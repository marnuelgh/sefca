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55" d="100"/>
          <a:sy n="55" d="100"/>
        </p:scale>
        <p:origin x="22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49832" y="1930402"/>
            <a:ext cx="4965726" cy="4439441"/>
          </a:xfrm>
        </p:spPr>
        <p:txBody>
          <a:bodyPr anchor="b"/>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49832" y="6369840"/>
            <a:ext cx="4965726" cy="1148560"/>
          </a:xfrm>
        </p:spPr>
        <p:txBody>
          <a:bodyPr anchor="t"/>
          <a:lstStyle>
            <a:lvl1pPr marL="0" indent="0" algn="l">
              <a:buNone/>
              <a:defRPr cap="all">
                <a:solidFill>
                  <a:schemeClr val="accent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EEFAB7A3-5640-413F-91E4-987DD669E410}" type="datetimeFigureOut">
              <a:rPr lang="es-MX" smtClean="0"/>
              <a:t>19/02/2025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A2EF11B-4FDD-4262-B8BE-FD72A2017B04}" type="slidenum">
              <a:rPr lang="es-MX" smtClean="0"/>
              <a:t>‹Nº›</a:t>
            </a:fld>
            <a:endParaRPr lang="es-MX"/>
          </a:p>
        </p:txBody>
      </p:sp>
    </p:spTree>
    <p:extLst>
      <p:ext uri="{BB962C8B-B14F-4D97-AF65-F5344CB8AC3E}">
        <p14:creationId xmlns:p14="http://schemas.microsoft.com/office/powerpoint/2010/main" val="3361589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EFAB7A3-5640-413F-91E4-987DD669E410}" type="datetimeFigureOut">
              <a:rPr lang="es-MX" smtClean="0"/>
              <a:t>19/02/2025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A2EF11B-4FDD-4262-B8BE-FD72A2017B04}" type="slidenum">
              <a:rPr lang="es-MX" smtClean="0"/>
              <a:t>‹Nº›</a:t>
            </a:fld>
            <a:endParaRPr lang="es-MX"/>
          </a:p>
        </p:txBody>
      </p:sp>
    </p:spTree>
    <p:extLst>
      <p:ext uri="{BB962C8B-B14F-4D97-AF65-F5344CB8AC3E}">
        <p14:creationId xmlns:p14="http://schemas.microsoft.com/office/powerpoint/2010/main" val="1534423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49833" y="3815646"/>
            <a:ext cx="4965725" cy="2554196"/>
          </a:xfrm>
        </p:spPr>
        <p:txBody>
          <a:bodyPr anchor="b"/>
          <a:lstStyle>
            <a:lvl1pPr algn="l">
              <a:defRPr sz="3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49832" y="6369841"/>
            <a:ext cx="4965726" cy="1147200"/>
          </a:xfrm>
        </p:spPr>
        <p:txBody>
          <a:bodyPr anchor="t"/>
          <a:lstStyle>
            <a:lvl1pPr marL="0" indent="0" algn="l">
              <a:buNone/>
              <a:defRPr sz="1500" cap="all">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p:txBody>
          <a:bodyPr/>
          <a:lstStyle/>
          <a:p>
            <a:fld id="{EEFAB7A3-5640-413F-91E4-987DD669E410}" type="datetimeFigureOut">
              <a:rPr lang="es-MX" smtClean="0"/>
              <a:t>19/02/2025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A2EF11B-4FDD-4262-B8BE-FD72A2017B04}" type="slidenum">
              <a:rPr lang="es-MX" smtClean="0"/>
              <a:t>‹Nº›</a:t>
            </a:fld>
            <a:endParaRPr lang="es-MX"/>
          </a:p>
        </p:txBody>
      </p:sp>
    </p:spTree>
    <p:extLst>
      <p:ext uri="{BB962C8B-B14F-4D97-AF65-F5344CB8AC3E}">
        <p14:creationId xmlns:p14="http://schemas.microsoft.com/office/powerpoint/2010/main" val="1899436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0775" y="2747435"/>
            <a:ext cx="2473585" cy="5594351"/>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3181482" y="2741458"/>
            <a:ext cx="2473586" cy="5600327"/>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EEFAB7A3-5640-413F-91E4-987DD669E410}" type="datetimeFigureOut">
              <a:rPr lang="es-MX" smtClean="0"/>
              <a:t>19/02/2025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DA2EF11B-4FDD-4262-B8BE-FD72A2017B04}" type="slidenum">
              <a:rPr lang="es-MX" smtClean="0"/>
              <a:t>‹Nº›</a:t>
            </a:fld>
            <a:endParaRPr lang="es-MX"/>
          </a:p>
        </p:txBody>
      </p:sp>
    </p:spTree>
    <p:extLst>
      <p:ext uri="{BB962C8B-B14F-4D97-AF65-F5344CB8AC3E}">
        <p14:creationId xmlns:p14="http://schemas.microsoft.com/office/powerpoint/2010/main" val="1328594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0775" y="2540000"/>
            <a:ext cx="2473584" cy="768349"/>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Editar los estilos de texto del patrón</a:t>
            </a:r>
          </a:p>
        </p:txBody>
      </p:sp>
      <p:sp>
        <p:nvSpPr>
          <p:cNvPr id="4" name="Content Placeholder 3"/>
          <p:cNvSpPr>
            <a:spLocks noGrp="1"/>
          </p:cNvSpPr>
          <p:nvPr>
            <p:ph sz="half" idx="2"/>
          </p:nvPr>
        </p:nvSpPr>
        <p:spPr>
          <a:xfrm>
            <a:off x="620775" y="3352800"/>
            <a:ext cx="2473585" cy="49889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3181482" y="2540000"/>
            <a:ext cx="2473585" cy="768349"/>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Editar los estilos de texto del patrón</a:t>
            </a:r>
          </a:p>
        </p:txBody>
      </p:sp>
      <p:sp>
        <p:nvSpPr>
          <p:cNvPr id="6" name="Content Placeholder 5"/>
          <p:cNvSpPr>
            <a:spLocks noGrp="1"/>
          </p:cNvSpPr>
          <p:nvPr>
            <p:ph sz="quarter" idx="4"/>
          </p:nvPr>
        </p:nvSpPr>
        <p:spPr>
          <a:xfrm>
            <a:off x="3181482" y="3352800"/>
            <a:ext cx="2473585" cy="49889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EEFAB7A3-5640-413F-91E4-987DD669E410}" type="datetimeFigureOut">
              <a:rPr lang="es-MX" smtClean="0"/>
              <a:t>19/02/2025</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DA2EF11B-4FDD-4262-B8BE-FD72A2017B04}" type="slidenum">
              <a:rPr lang="es-MX" smtClean="0"/>
              <a:t>‹Nº›</a:t>
            </a:fld>
            <a:endParaRPr lang="es-MX"/>
          </a:p>
        </p:txBody>
      </p:sp>
    </p:spTree>
    <p:extLst>
      <p:ext uri="{BB962C8B-B14F-4D97-AF65-F5344CB8AC3E}">
        <p14:creationId xmlns:p14="http://schemas.microsoft.com/office/powerpoint/2010/main" val="2917399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7" name="Date Placeholder 2"/>
          <p:cNvSpPr>
            <a:spLocks noGrp="1"/>
          </p:cNvSpPr>
          <p:nvPr>
            <p:ph type="dt" sz="half" idx="10"/>
          </p:nvPr>
        </p:nvSpPr>
        <p:spPr/>
        <p:txBody>
          <a:bodyPr/>
          <a:lstStyle/>
          <a:p>
            <a:fld id="{EEFAB7A3-5640-413F-91E4-987DD669E410}" type="datetimeFigureOut">
              <a:rPr lang="es-MX" smtClean="0"/>
              <a:t>19/02/2025</a:t>
            </a:fld>
            <a:endParaRPr lang="es-MX"/>
          </a:p>
        </p:txBody>
      </p:sp>
      <p:sp>
        <p:nvSpPr>
          <p:cNvPr id="5" name="Footer Placeholder 3"/>
          <p:cNvSpPr>
            <a:spLocks noGrp="1"/>
          </p:cNvSpPr>
          <p:nvPr>
            <p:ph type="ftr" sz="quarter" idx="11"/>
          </p:nvPr>
        </p:nvSpPr>
        <p:spPr/>
        <p:txBody>
          <a:bodyPr/>
          <a:lstStyle/>
          <a:p>
            <a:endParaRPr lang="es-MX"/>
          </a:p>
        </p:txBody>
      </p:sp>
      <p:sp>
        <p:nvSpPr>
          <p:cNvPr id="6" name="Slide Number Placeholder 4"/>
          <p:cNvSpPr>
            <a:spLocks noGrp="1"/>
          </p:cNvSpPr>
          <p:nvPr>
            <p:ph type="sldNum" sz="quarter" idx="12"/>
          </p:nvPr>
        </p:nvSpPr>
        <p:spPr/>
        <p:txBody>
          <a:bodyPr/>
          <a:lstStyle/>
          <a:p>
            <a:fld id="{DA2EF11B-4FDD-4262-B8BE-FD72A2017B04}" type="slidenum">
              <a:rPr lang="es-MX" smtClean="0"/>
              <a:t>‹Nº›</a:t>
            </a:fld>
            <a:endParaRPr lang="es-MX"/>
          </a:p>
        </p:txBody>
      </p:sp>
    </p:spTree>
    <p:extLst>
      <p:ext uri="{BB962C8B-B14F-4D97-AF65-F5344CB8AC3E}">
        <p14:creationId xmlns:p14="http://schemas.microsoft.com/office/powerpoint/2010/main" val="3106566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EFAB7A3-5640-413F-91E4-987DD669E410}" type="datetimeFigureOut">
              <a:rPr lang="es-MX" smtClean="0"/>
              <a:t>19/02/2025</a:t>
            </a:fld>
            <a:endParaRPr lang="es-MX"/>
          </a:p>
        </p:txBody>
      </p:sp>
      <p:sp>
        <p:nvSpPr>
          <p:cNvPr id="5" name="Footer Placeholder 2"/>
          <p:cNvSpPr>
            <a:spLocks noGrp="1"/>
          </p:cNvSpPr>
          <p:nvPr>
            <p:ph type="ftr" sz="quarter" idx="11"/>
          </p:nvPr>
        </p:nvSpPr>
        <p:spPr/>
        <p:txBody>
          <a:bodyPr/>
          <a:lstStyle/>
          <a:p>
            <a:endParaRPr lang="es-MX"/>
          </a:p>
        </p:txBody>
      </p:sp>
      <p:sp>
        <p:nvSpPr>
          <p:cNvPr id="6" name="Slide Number Placeholder 3"/>
          <p:cNvSpPr>
            <a:spLocks noGrp="1"/>
          </p:cNvSpPr>
          <p:nvPr>
            <p:ph type="sldNum" sz="quarter" idx="12"/>
          </p:nvPr>
        </p:nvSpPr>
        <p:spPr/>
        <p:txBody>
          <a:bodyPr/>
          <a:lstStyle/>
          <a:p>
            <a:fld id="{DA2EF11B-4FDD-4262-B8BE-FD72A2017B04}" type="slidenum">
              <a:rPr lang="es-MX" smtClean="0"/>
              <a:t>‹Nº›</a:t>
            </a:fld>
            <a:endParaRPr lang="es-MX"/>
          </a:p>
        </p:txBody>
      </p:sp>
    </p:spTree>
    <p:extLst>
      <p:ext uri="{BB962C8B-B14F-4D97-AF65-F5344CB8AC3E}">
        <p14:creationId xmlns:p14="http://schemas.microsoft.com/office/powerpoint/2010/main" val="3513752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49831" y="1930400"/>
            <a:ext cx="1913597" cy="1930400"/>
          </a:xfrm>
        </p:spPr>
        <p:txBody>
          <a:bodyPr anchor="b"/>
          <a:lstStyle>
            <a:lvl1pPr algn="l">
              <a:defRPr sz="18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2692048" y="1930400"/>
            <a:ext cx="2923510" cy="6096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49831" y="4172375"/>
            <a:ext cx="1913597" cy="38607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Editar los estilos de texto del patrón</a:t>
            </a:r>
          </a:p>
        </p:txBody>
      </p:sp>
      <p:sp>
        <p:nvSpPr>
          <p:cNvPr id="7" name="Date Placeholder 4"/>
          <p:cNvSpPr>
            <a:spLocks noGrp="1"/>
          </p:cNvSpPr>
          <p:nvPr>
            <p:ph type="dt" sz="half" idx="10"/>
          </p:nvPr>
        </p:nvSpPr>
        <p:spPr/>
        <p:txBody>
          <a:bodyPr/>
          <a:lstStyle/>
          <a:p>
            <a:fld id="{EEFAB7A3-5640-413F-91E4-987DD669E410}" type="datetimeFigureOut">
              <a:rPr lang="es-MX" smtClean="0"/>
              <a:t>19/02/2025</a:t>
            </a:fld>
            <a:endParaRPr lang="es-MX"/>
          </a:p>
        </p:txBody>
      </p:sp>
      <p:sp>
        <p:nvSpPr>
          <p:cNvPr id="5" name="Footer Placeholder 5"/>
          <p:cNvSpPr>
            <a:spLocks noGrp="1"/>
          </p:cNvSpPr>
          <p:nvPr>
            <p:ph type="ftr" sz="quarter" idx="11"/>
          </p:nvPr>
        </p:nvSpPr>
        <p:spPr/>
        <p:txBody>
          <a:bodyPr/>
          <a:lstStyle/>
          <a:p>
            <a:endParaRPr lang="es-MX"/>
          </a:p>
        </p:txBody>
      </p:sp>
      <p:sp>
        <p:nvSpPr>
          <p:cNvPr id="6" name="Slide Number Placeholder 6"/>
          <p:cNvSpPr>
            <a:spLocks noGrp="1"/>
          </p:cNvSpPr>
          <p:nvPr>
            <p:ph type="sldNum" sz="quarter" idx="12"/>
          </p:nvPr>
        </p:nvSpPr>
        <p:spPr/>
        <p:txBody>
          <a:bodyPr/>
          <a:lstStyle/>
          <a:p>
            <a:fld id="{DA2EF11B-4FDD-4262-B8BE-FD72A2017B04}" type="slidenum">
              <a:rPr lang="es-MX" smtClean="0"/>
              <a:t>‹Nº›</a:t>
            </a:fld>
            <a:endParaRPr lang="es-MX"/>
          </a:p>
        </p:txBody>
      </p:sp>
    </p:spTree>
    <p:extLst>
      <p:ext uri="{BB962C8B-B14F-4D97-AF65-F5344CB8AC3E}">
        <p14:creationId xmlns:p14="http://schemas.microsoft.com/office/powerpoint/2010/main" val="3338594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49242" y="2472256"/>
            <a:ext cx="2865506" cy="2099744"/>
          </a:xfrm>
        </p:spPr>
        <p:txBody>
          <a:bodyPr anchor="b">
            <a:normAutofit/>
          </a:bodyPr>
          <a:lstStyle>
            <a:lvl1pPr algn="l">
              <a:defRPr sz="27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910138" y="1524000"/>
            <a:ext cx="1800694" cy="6096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49831" y="4876800"/>
            <a:ext cx="2861046" cy="18288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Editar los estilos de texto del patrón</a:t>
            </a:r>
          </a:p>
        </p:txBody>
      </p:sp>
      <p:sp>
        <p:nvSpPr>
          <p:cNvPr id="5" name="Date Placeholder 4"/>
          <p:cNvSpPr>
            <a:spLocks noGrp="1"/>
          </p:cNvSpPr>
          <p:nvPr>
            <p:ph type="dt" sz="half" idx="10"/>
          </p:nvPr>
        </p:nvSpPr>
        <p:spPr/>
        <p:txBody>
          <a:bodyPr/>
          <a:lstStyle/>
          <a:p>
            <a:fld id="{EEFAB7A3-5640-413F-91E4-987DD669E410}" type="datetimeFigureOut">
              <a:rPr lang="es-MX" smtClean="0"/>
              <a:t>19/02/2025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DA2EF11B-4FDD-4262-B8BE-FD72A2017B04}" type="slidenum">
              <a:rPr lang="es-MX" smtClean="0"/>
              <a:t>‹Nº›</a:t>
            </a:fld>
            <a:endParaRPr lang="es-MX"/>
          </a:p>
        </p:txBody>
      </p:sp>
    </p:spTree>
    <p:extLst>
      <p:ext uri="{BB962C8B-B14F-4D97-AF65-F5344CB8AC3E}">
        <p14:creationId xmlns:p14="http://schemas.microsoft.com/office/powerpoint/2010/main" val="160882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49833" y="6400783"/>
            <a:ext cx="4965725" cy="755651"/>
          </a:xfrm>
        </p:spPr>
        <p:txBody>
          <a:bodyPr anchor="b">
            <a:normAutofit/>
          </a:bodyPr>
          <a:lstStyle>
            <a:lvl1pPr algn="l">
              <a:defRPr sz="18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49832" y="914400"/>
            <a:ext cx="4965726" cy="4854221"/>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49832" y="7156433"/>
            <a:ext cx="4965725" cy="658283"/>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Editar los estilos de texto del patrón</a:t>
            </a:r>
          </a:p>
        </p:txBody>
      </p:sp>
      <p:sp>
        <p:nvSpPr>
          <p:cNvPr id="5" name="Date Placeholder 4"/>
          <p:cNvSpPr>
            <a:spLocks noGrp="1"/>
          </p:cNvSpPr>
          <p:nvPr>
            <p:ph type="dt" sz="half" idx="10"/>
          </p:nvPr>
        </p:nvSpPr>
        <p:spPr/>
        <p:txBody>
          <a:bodyPr/>
          <a:lstStyle/>
          <a:p>
            <a:fld id="{EEFAB7A3-5640-413F-91E4-987DD669E410}" type="datetimeFigureOut">
              <a:rPr lang="es-MX" smtClean="0"/>
              <a:t>19/02/2025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DA2EF11B-4FDD-4262-B8BE-FD72A2017B04}" type="slidenum">
              <a:rPr lang="es-MX" smtClean="0"/>
              <a:t>‹Nº›</a:t>
            </a:fld>
            <a:endParaRPr lang="es-MX"/>
          </a:p>
        </p:txBody>
      </p:sp>
    </p:spTree>
    <p:extLst>
      <p:ext uri="{BB962C8B-B14F-4D97-AF65-F5344CB8AC3E}">
        <p14:creationId xmlns:p14="http://schemas.microsoft.com/office/powerpoint/2010/main" val="3935088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49832" y="1930400"/>
            <a:ext cx="4965726" cy="2641600"/>
          </a:xfrm>
        </p:spPr>
        <p:txBody>
          <a:bodyPr/>
          <a:lstStyle>
            <a:lvl1pPr>
              <a:defRPr sz="3600"/>
            </a:lvl1pPr>
          </a:lstStyle>
          <a:p>
            <a:r>
              <a:rPr lang="es-ES"/>
              <a:t>Haga clic para modificar el estilo de título del patrón</a:t>
            </a:r>
            <a:endParaRPr lang="en-US" dirty="0"/>
          </a:p>
        </p:txBody>
      </p:sp>
      <p:sp>
        <p:nvSpPr>
          <p:cNvPr id="8" name="Text Placeholder 3"/>
          <p:cNvSpPr>
            <a:spLocks noGrp="1"/>
          </p:cNvSpPr>
          <p:nvPr>
            <p:ph type="body" sz="half" idx="2"/>
          </p:nvPr>
        </p:nvSpPr>
        <p:spPr>
          <a:xfrm>
            <a:off x="649832" y="4876800"/>
            <a:ext cx="4965726" cy="31496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Editar los estilos de texto del patrón</a:t>
            </a:r>
          </a:p>
        </p:txBody>
      </p:sp>
      <p:sp>
        <p:nvSpPr>
          <p:cNvPr id="4" name="Date Placeholder 3"/>
          <p:cNvSpPr>
            <a:spLocks noGrp="1"/>
          </p:cNvSpPr>
          <p:nvPr>
            <p:ph type="dt" sz="half" idx="10"/>
          </p:nvPr>
        </p:nvSpPr>
        <p:spPr/>
        <p:txBody>
          <a:bodyPr/>
          <a:lstStyle/>
          <a:p>
            <a:fld id="{EEFAB7A3-5640-413F-91E4-987DD669E410}" type="datetimeFigureOut">
              <a:rPr lang="es-MX" smtClean="0"/>
              <a:t>19/02/2025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A2EF11B-4FDD-4262-B8BE-FD72A2017B04}" type="slidenum">
              <a:rPr lang="es-MX" smtClean="0"/>
              <a:t>‹Nº›</a:t>
            </a:fld>
            <a:endParaRPr lang="es-MX"/>
          </a:p>
        </p:txBody>
      </p:sp>
    </p:spTree>
    <p:extLst>
      <p:ext uri="{BB962C8B-B14F-4D97-AF65-F5344CB8AC3E}">
        <p14:creationId xmlns:p14="http://schemas.microsoft.com/office/powerpoint/2010/main" val="2116149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886057" y="1930401"/>
            <a:ext cx="4500787" cy="3090199"/>
          </a:xfrm>
        </p:spPr>
        <p:txBody>
          <a:bodyPr/>
          <a:lstStyle>
            <a:lvl1pPr>
              <a:defRPr sz="3600"/>
            </a:lvl1pPr>
          </a:lstStyle>
          <a:p>
            <a:r>
              <a:rPr lang="es-ES"/>
              <a:t>Haga clic para modificar el estilo de título del patrón</a:t>
            </a:r>
            <a:endParaRPr lang="en-US" dirty="0"/>
          </a:p>
        </p:txBody>
      </p:sp>
      <p:sp>
        <p:nvSpPr>
          <p:cNvPr id="14" name="Text Placeholder 3"/>
          <p:cNvSpPr>
            <a:spLocks noGrp="1"/>
          </p:cNvSpPr>
          <p:nvPr>
            <p:ph type="body" sz="half" idx="13"/>
          </p:nvPr>
        </p:nvSpPr>
        <p:spPr>
          <a:xfrm>
            <a:off x="1090898" y="5020599"/>
            <a:ext cx="4087403" cy="456232"/>
          </a:xfrm>
        </p:spPr>
        <p:txBody>
          <a:bodyPr anchor="t">
            <a:normAutofit/>
          </a:bodyPr>
          <a:lstStyle>
            <a:lvl1pPr marL="0" indent="0">
              <a:buNone/>
              <a:defRPr lang="en-US" sz="1050" b="0" i="0" kern="1200" cap="small" dirty="0">
                <a:solidFill>
                  <a:schemeClr val="accent1"/>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Editar los estilos de texto del patrón</a:t>
            </a:r>
          </a:p>
        </p:txBody>
      </p:sp>
      <p:sp>
        <p:nvSpPr>
          <p:cNvPr id="10" name="Text Placeholder 3"/>
          <p:cNvSpPr>
            <a:spLocks noGrp="1"/>
          </p:cNvSpPr>
          <p:nvPr>
            <p:ph type="body" sz="half" idx="2"/>
          </p:nvPr>
        </p:nvSpPr>
        <p:spPr>
          <a:xfrm>
            <a:off x="649832" y="5800876"/>
            <a:ext cx="4965726" cy="22352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Editar los estilos de texto del patrón</a:t>
            </a:r>
          </a:p>
        </p:txBody>
      </p:sp>
      <p:sp>
        <p:nvSpPr>
          <p:cNvPr id="4" name="Date Placeholder 3"/>
          <p:cNvSpPr>
            <a:spLocks noGrp="1"/>
          </p:cNvSpPr>
          <p:nvPr>
            <p:ph type="dt" sz="half" idx="10"/>
          </p:nvPr>
        </p:nvSpPr>
        <p:spPr/>
        <p:txBody>
          <a:bodyPr/>
          <a:lstStyle/>
          <a:p>
            <a:fld id="{EEFAB7A3-5640-413F-91E4-987DD669E410}" type="datetimeFigureOut">
              <a:rPr lang="es-MX" smtClean="0"/>
              <a:t>19/02/2025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A2EF11B-4FDD-4262-B8BE-FD72A2017B04}" type="slidenum">
              <a:rPr lang="es-MX" smtClean="0"/>
              <a:t>‹Nº›</a:t>
            </a:fld>
            <a:endParaRPr lang="es-MX"/>
          </a:p>
        </p:txBody>
      </p:sp>
      <p:sp>
        <p:nvSpPr>
          <p:cNvPr id="9" name="TextBox 8"/>
          <p:cNvSpPr txBox="1"/>
          <p:nvPr/>
        </p:nvSpPr>
        <p:spPr>
          <a:xfrm>
            <a:off x="505423" y="1295005"/>
            <a:ext cx="451193" cy="1500411"/>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sz="9150" dirty="0"/>
              <a:t>“</a:t>
            </a:r>
          </a:p>
        </p:txBody>
      </p:sp>
      <p:sp>
        <p:nvSpPr>
          <p:cNvPr id="13" name="TextBox 12"/>
          <p:cNvSpPr txBox="1"/>
          <p:nvPr/>
        </p:nvSpPr>
        <p:spPr>
          <a:xfrm>
            <a:off x="5249768" y="3485050"/>
            <a:ext cx="451193" cy="1500411"/>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489800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49831" y="4165601"/>
            <a:ext cx="4965727" cy="2204240"/>
          </a:xfrm>
        </p:spPr>
        <p:txBody>
          <a:bodyPr anchor="b"/>
          <a:lstStyle>
            <a:lvl1pPr algn="l">
              <a:defRPr sz="3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49832" y="6369841"/>
            <a:ext cx="4965726" cy="1147200"/>
          </a:xfrm>
        </p:spPr>
        <p:txBody>
          <a:bodyPr anchor="t"/>
          <a:lstStyle>
            <a:lvl1pPr marL="0" indent="0" algn="l">
              <a:buNone/>
              <a:defRPr sz="1500" cap="none">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p:txBody>
          <a:bodyPr/>
          <a:lstStyle/>
          <a:p>
            <a:fld id="{EEFAB7A3-5640-413F-91E4-987DD669E410}" type="datetimeFigureOut">
              <a:rPr lang="es-MX" smtClean="0"/>
              <a:t>19/02/2025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A2EF11B-4FDD-4262-B8BE-FD72A2017B04}" type="slidenum">
              <a:rPr lang="es-MX" smtClean="0"/>
              <a:t>‹Nº›</a:t>
            </a:fld>
            <a:endParaRPr lang="es-MX"/>
          </a:p>
        </p:txBody>
      </p:sp>
    </p:spTree>
    <p:extLst>
      <p:ext uri="{BB962C8B-B14F-4D97-AF65-F5344CB8AC3E}">
        <p14:creationId xmlns:p14="http://schemas.microsoft.com/office/powerpoint/2010/main" val="3102076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356126" y="2641600"/>
            <a:ext cx="1658044" cy="768349"/>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Editar los estilos de texto del patrón</a:t>
            </a:r>
          </a:p>
        </p:txBody>
      </p:sp>
      <p:sp>
        <p:nvSpPr>
          <p:cNvPr id="16" name="Text Placeholder 3"/>
          <p:cNvSpPr>
            <a:spLocks noGrp="1"/>
          </p:cNvSpPr>
          <p:nvPr>
            <p:ph type="body" sz="half" idx="15"/>
          </p:nvPr>
        </p:nvSpPr>
        <p:spPr>
          <a:xfrm>
            <a:off x="367106" y="3556000"/>
            <a:ext cx="1647063" cy="478578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Editar los estilos de texto del patrón</a:t>
            </a:r>
          </a:p>
        </p:txBody>
      </p:sp>
      <p:sp>
        <p:nvSpPr>
          <p:cNvPr id="5" name="Text Placeholder 4"/>
          <p:cNvSpPr>
            <a:spLocks noGrp="1"/>
          </p:cNvSpPr>
          <p:nvPr>
            <p:ph type="body" sz="quarter" idx="3"/>
          </p:nvPr>
        </p:nvSpPr>
        <p:spPr>
          <a:xfrm>
            <a:off x="2185128" y="2641600"/>
            <a:ext cx="1652066" cy="768349"/>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Editar los estilos de texto del patrón</a:t>
            </a:r>
          </a:p>
        </p:txBody>
      </p:sp>
      <p:sp>
        <p:nvSpPr>
          <p:cNvPr id="19" name="Text Placeholder 3"/>
          <p:cNvSpPr>
            <a:spLocks noGrp="1"/>
          </p:cNvSpPr>
          <p:nvPr>
            <p:ph type="body" sz="half" idx="16"/>
          </p:nvPr>
        </p:nvSpPr>
        <p:spPr>
          <a:xfrm>
            <a:off x="2179190" y="3556000"/>
            <a:ext cx="1658003" cy="478578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Editar los estilos de texto del patrón</a:t>
            </a:r>
          </a:p>
        </p:txBody>
      </p:sp>
      <p:sp>
        <p:nvSpPr>
          <p:cNvPr id="14" name="Text Placeholder 4"/>
          <p:cNvSpPr>
            <a:spLocks noGrp="1"/>
          </p:cNvSpPr>
          <p:nvPr>
            <p:ph type="body" sz="quarter" idx="13"/>
          </p:nvPr>
        </p:nvSpPr>
        <p:spPr>
          <a:xfrm>
            <a:off x="4008688" y="2641600"/>
            <a:ext cx="1649744" cy="768349"/>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Editar los estilos de texto del patrón</a:t>
            </a:r>
          </a:p>
        </p:txBody>
      </p:sp>
      <p:sp>
        <p:nvSpPr>
          <p:cNvPr id="20" name="Text Placeholder 3"/>
          <p:cNvSpPr>
            <a:spLocks noGrp="1"/>
          </p:cNvSpPr>
          <p:nvPr>
            <p:ph type="body" sz="half" idx="17"/>
          </p:nvPr>
        </p:nvSpPr>
        <p:spPr>
          <a:xfrm>
            <a:off x="4008688" y="3556000"/>
            <a:ext cx="1649744" cy="478578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Editar los estilos de texto del patrón</a:t>
            </a:r>
          </a:p>
        </p:txBody>
      </p:sp>
      <p:cxnSp>
        <p:nvCxnSpPr>
          <p:cNvPr id="17" name="Straight Connector 16"/>
          <p:cNvCxnSpPr/>
          <p:nvPr/>
        </p:nvCxnSpPr>
        <p:spPr>
          <a:xfrm>
            <a:off x="2096501" y="2844800"/>
            <a:ext cx="0" cy="52832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3917273" y="2844800"/>
            <a:ext cx="0" cy="5289176"/>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EFAB7A3-5640-413F-91E4-987DD669E410}" type="datetimeFigureOut">
              <a:rPr lang="es-MX" smtClean="0"/>
              <a:t>19/02/2025</a:t>
            </a:fld>
            <a:endParaRPr lang="es-MX"/>
          </a:p>
        </p:txBody>
      </p:sp>
      <p:sp>
        <p:nvSpPr>
          <p:cNvPr id="4"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A2EF11B-4FDD-4262-B8BE-FD72A2017B04}" type="slidenum">
              <a:rPr lang="es-MX" smtClean="0"/>
              <a:t>‹Nº›</a:t>
            </a:fld>
            <a:endParaRPr lang="es-MX"/>
          </a:p>
        </p:txBody>
      </p:sp>
    </p:spTree>
    <p:extLst>
      <p:ext uri="{BB962C8B-B14F-4D97-AF65-F5344CB8AC3E}">
        <p14:creationId xmlns:p14="http://schemas.microsoft.com/office/powerpoint/2010/main" val="19820157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367106" y="5667932"/>
            <a:ext cx="1654209" cy="768349"/>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Editar los estilos de texto del patrón</a:t>
            </a:r>
          </a:p>
        </p:txBody>
      </p:sp>
      <p:sp>
        <p:nvSpPr>
          <p:cNvPr id="29" name="Picture Placeholder 2"/>
          <p:cNvSpPr>
            <a:spLocks noGrp="1" noChangeAspect="1"/>
          </p:cNvSpPr>
          <p:nvPr>
            <p:ph type="pic" idx="15"/>
          </p:nvPr>
        </p:nvSpPr>
        <p:spPr>
          <a:xfrm>
            <a:off x="367106" y="2946400"/>
            <a:ext cx="1654209" cy="203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s-ES"/>
              <a:t>Haga clic en el icono para agregar una imagen</a:t>
            </a:r>
            <a:endParaRPr lang="en-US" dirty="0"/>
          </a:p>
        </p:txBody>
      </p:sp>
      <p:sp>
        <p:nvSpPr>
          <p:cNvPr id="22" name="Text Placeholder 3"/>
          <p:cNvSpPr>
            <a:spLocks noGrp="1"/>
          </p:cNvSpPr>
          <p:nvPr>
            <p:ph type="body" sz="half" idx="18"/>
          </p:nvPr>
        </p:nvSpPr>
        <p:spPr>
          <a:xfrm>
            <a:off x="367106" y="6436283"/>
            <a:ext cx="1654209" cy="87891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Editar los estilos de texto del patrón</a:t>
            </a:r>
          </a:p>
        </p:txBody>
      </p:sp>
      <p:sp>
        <p:nvSpPr>
          <p:cNvPr id="5" name="Text Placeholder 4"/>
          <p:cNvSpPr>
            <a:spLocks noGrp="1"/>
          </p:cNvSpPr>
          <p:nvPr>
            <p:ph type="body" sz="quarter" idx="3"/>
          </p:nvPr>
        </p:nvSpPr>
        <p:spPr>
          <a:xfrm>
            <a:off x="2188344" y="5667932"/>
            <a:ext cx="1648850" cy="768349"/>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Editar los estilos de texto del patrón</a:t>
            </a:r>
          </a:p>
        </p:txBody>
      </p:sp>
      <p:sp>
        <p:nvSpPr>
          <p:cNvPr id="30" name="Picture Placeholder 2"/>
          <p:cNvSpPr>
            <a:spLocks noGrp="1" noChangeAspect="1"/>
          </p:cNvSpPr>
          <p:nvPr>
            <p:ph type="pic" idx="21"/>
          </p:nvPr>
        </p:nvSpPr>
        <p:spPr>
          <a:xfrm>
            <a:off x="2188343" y="2946400"/>
            <a:ext cx="1648850" cy="203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s-ES"/>
              <a:t>Haga clic en el icono para agregar una imagen</a:t>
            </a:r>
            <a:endParaRPr lang="en-US" dirty="0"/>
          </a:p>
        </p:txBody>
      </p:sp>
      <p:sp>
        <p:nvSpPr>
          <p:cNvPr id="23" name="Text Placeholder 3"/>
          <p:cNvSpPr>
            <a:spLocks noGrp="1"/>
          </p:cNvSpPr>
          <p:nvPr>
            <p:ph type="body" sz="half" idx="19"/>
          </p:nvPr>
        </p:nvSpPr>
        <p:spPr>
          <a:xfrm>
            <a:off x="2187582" y="6436282"/>
            <a:ext cx="1651034" cy="87891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Editar los estilos de texto del patrón</a:t>
            </a:r>
          </a:p>
        </p:txBody>
      </p:sp>
      <p:sp>
        <p:nvSpPr>
          <p:cNvPr id="14" name="Text Placeholder 4"/>
          <p:cNvSpPr>
            <a:spLocks noGrp="1"/>
          </p:cNvSpPr>
          <p:nvPr>
            <p:ph type="body" sz="quarter" idx="13"/>
          </p:nvPr>
        </p:nvSpPr>
        <p:spPr>
          <a:xfrm>
            <a:off x="4008688" y="5667932"/>
            <a:ext cx="1649744" cy="768349"/>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Editar los estilos de texto del patrón</a:t>
            </a:r>
          </a:p>
        </p:txBody>
      </p:sp>
      <p:sp>
        <p:nvSpPr>
          <p:cNvPr id="31" name="Picture Placeholder 2"/>
          <p:cNvSpPr>
            <a:spLocks noGrp="1" noChangeAspect="1"/>
          </p:cNvSpPr>
          <p:nvPr>
            <p:ph type="pic" idx="22"/>
          </p:nvPr>
        </p:nvSpPr>
        <p:spPr>
          <a:xfrm>
            <a:off x="4008687" y="2946400"/>
            <a:ext cx="1649744" cy="203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s-ES"/>
              <a:t>Haga clic en el icono para agregar una imagen</a:t>
            </a:r>
            <a:endParaRPr lang="en-US" dirty="0"/>
          </a:p>
        </p:txBody>
      </p:sp>
      <p:sp>
        <p:nvSpPr>
          <p:cNvPr id="24" name="Text Placeholder 3"/>
          <p:cNvSpPr>
            <a:spLocks noGrp="1"/>
          </p:cNvSpPr>
          <p:nvPr>
            <p:ph type="body" sz="half" idx="20"/>
          </p:nvPr>
        </p:nvSpPr>
        <p:spPr>
          <a:xfrm>
            <a:off x="4008619" y="6436279"/>
            <a:ext cx="1651928" cy="87891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Editar los estilos de texto del patrón</a:t>
            </a:r>
          </a:p>
        </p:txBody>
      </p:sp>
      <p:cxnSp>
        <p:nvCxnSpPr>
          <p:cNvPr id="17" name="Straight Connector 16"/>
          <p:cNvCxnSpPr/>
          <p:nvPr/>
        </p:nvCxnSpPr>
        <p:spPr>
          <a:xfrm>
            <a:off x="2096501" y="2844800"/>
            <a:ext cx="0" cy="52832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3917273" y="2844800"/>
            <a:ext cx="0" cy="5289176"/>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EFAB7A3-5640-413F-91E4-987DD669E410}" type="datetimeFigureOut">
              <a:rPr lang="es-MX" smtClean="0"/>
              <a:t>19/02/2025</a:t>
            </a:fld>
            <a:endParaRPr lang="es-MX"/>
          </a:p>
        </p:txBody>
      </p:sp>
      <p:sp>
        <p:nvSpPr>
          <p:cNvPr id="4"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A2EF11B-4FDD-4262-B8BE-FD72A2017B04}" type="slidenum">
              <a:rPr lang="es-MX" smtClean="0"/>
              <a:t>‹Nº›</a:t>
            </a:fld>
            <a:endParaRPr lang="es-MX"/>
          </a:p>
        </p:txBody>
      </p:sp>
    </p:spTree>
    <p:extLst>
      <p:ext uri="{BB962C8B-B14F-4D97-AF65-F5344CB8AC3E}">
        <p14:creationId xmlns:p14="http://schemas.microsoft.com/office/powerpoint/2010/main" val="34906728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EFAB7A3-5640-413F-91E4-987DD669E410}" type="datetimeFigureOut">
              <a:rPr lang="es-MX" smtClean="0"/>
              <a:t>19/02/2025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A2EF11B-4FDD-4262-B8BE-FD72A2017B04}" type="slidenum">
              <a:rPr lang="es-MX" smtClean="0"/>
              <a:t>‹Nº›</a:t>
            </a:fld>
            <a:endParaRPr lang="es-MX"/>
          </a:p>
        </p:txBody>
      </p:sp>
    </p:spTree>
    <p:extLst>
      <p:ext uri="{BB962C8B-B14F-4D97-AF65-F5344CB8AC3E}">
        <p14:creationId xmlns:p14="http://schemas.microsoft.com/office/powerpoint/2010/main" val="29204143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672337" y="573619"/>
            <a:ext cx="986095" cy="7768167"/>
          </a:xfr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367106" y="1030940"/>
            <a:ext cx="4176609" cy="7310845"/>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EFAB7A3-5640-413F-91E4-987DD669E410}" type="datetimeFigureOut">
              <a:rPr lang="es-MX" smtClean="0"/>
              <a:t>19/02/2025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A2EF11B-4FDD-4262-B8BE-FD72A2017B04}" type="slidenum">
              <a:rPr lang="es-MX" smtClean="0"/>
              <a:t>‹Nº›</a:t>
            </a:fld>
            <a:endParaRPr lang="es-MX"/>
          </a:p>
        </p:txBody>
      </p:sp>
    </p:spTree>
    <p:extLst>
      <p:ext uri="{BB962C8B-B14F-4D97-AF65-F5344CB8AC3E}">
        <p14:creationId xmlns:p14="http://schemas.microsoft.com/office/powerpoint/2010/main" val="2969839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4724574" y="2235200"/>
            <a:ext cx="2114550" cy="37592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4267374" y="-609600"/>
            <a:ext cx="1200150" cy="21336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4724574" y="8128000"/>
            <a:ext cx="742950" cy="13208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15491" y="3556000"/>
            <a:ext cx="3143250" cy="5588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629841" y="3860800"/>
            <a:ext cx="1771650" cy="31496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5809233" y="0"/>
            <a:ext cx="514350" cy="1465944"/>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363533" y="603624"/>
            <a:ext cx="5291535" cy="1867373"/>
          </a:xfrm>
          <a:prstGeom prst="rect">
            <a:avLst/>
          </a:prstGeom>
        </p:spPr>
        <p:txBody>
          <a:bodyPr vert="horz" lIns="91440" tIns="45720" rIns="91440" bIns="45720" rtlCol="0" anchor="t">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0775" y="2737234"/>
            <a:ext cx="5033741" cy="5593975"/>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5400000">
            <a:off x="5332317" y="2505054"/>
            <a:ext cx="1320799" cy="171494"/>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EEFAB7A3-5640-413F-91E4-987DD669E410}" type="datetimeFigureOut">
              <a:rPr lang="es-MX" smtClean="0"/>
              <a:t>19/02/2025</a:t>
            </a:fld>
            <a:endParaRPr lang="es-MX"/>
          </a:p>
        </p:txBody>
      </p:sp>
      <p:sp>
        <p:nvSpPr>
          <p:cNvPr id="5" name="Footer Placeholder 4"/>
          <p:cNvSpPr>
            <a:spLocks noGrp="1"/>
          </p:cNvSpPr>
          <p:nvPr>
            <p:ph type="ftr" sz="quarter" idx="3"/>
          </p:nvPr>
        </p:nvSpPr>
        <p:spPr>
          <a:xfrm rot="5400000">
            <a:off x="3549228" y="4417854"/>
            <a:ext cx="5146393" cy="171495"/>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s-MX"/>
          </a:p>
        </p:txBody>
      </p:sp>
      <p:sp>
        <p:nvSpPr>
          <p:cNvPr id="6" name="Slide Number Placeholder 5"/>
          <p:cNvSpPr>
            <a:spLocks noGrp="1"/>
          </p:cNvSpPr>
          <p:nvPr>
            <p:ph type="sldNum" sz="quarter" idx="4"/>
          </p:nvPr>
        </p:nvSpPr>
        <p:spPr>
          <a:xfrm>
            <a:off x="5824824" y="394315"/>
            <a:ext cx="471610" cy="1023583"/>
          </a:xfrm>
          <a:prstGeom prst="rect">
            <a:avLst/>
          </a:prstGeom>
        </p:spPr>
        <p:txBody>
          <a:bodyPr vert="horz" lIns="91440" tIns="45720" rIns="91440" bIns="45720" rtlCol="0" anchor="b"/>
          <a:lstStyle>
            <a:lvl1pPr algn="ctr">
              <a:defRPr sz="2101" b="0" i="0">
                <a:solidFill>
                  <a:schemeClr val="tx1">
                    <a:tint val="75000"/>
                  </a:schemeClr>
                </a:solidFill>
              </a:defRPr>
            </a:lvl1pPr>
          </a:lstStyle>
          <a:p>
            <a:fld id="{DA2EF11B-4FDD-4262-B8BE-FD72A2017B04}" type="slidenum">
              <a:rPr lang="es-MX" smtClean="0"/>
              <a:t>‹Nº›</a:t>
            </a:fld>
            <a:endParaRPr lang="es-MX"/>
          </a:p>
        </p:txBody>
      </p:sp>
    </p:spTree>
    <p:extLst>
      <p:ext uri="{BB962C8B-B14F-4D97-AF65-F5344CB8AC3E}">
        <p14:creationId xmlns:p14="http://schemas.microsoft.com/office/powerpoint/2010/main" val="635734931"/>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1DCF7578-3342-4BF4-A7BD-4DBC1220E9BA}"/>
              </a:ext>
            </a:extLst>
          </p:cNvPr>
          <p:cNvSpPr/>
          <p:nvPr/>
        </p:nvSpPr>
        <p:spPr>
          <a:xfrm>
            <a:off x="281354" y="263769"/>
            <a:ext cx="6295292" cy="861646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CuadroTexto 4">
            <a:extLst>
              <a:ext uri="{FF2B5EF4-FFF2-40B4-BE49-F238E27FC236}">
                <a16:creationId xmlns:a16="http://schemas.microsoft.com/office/drawing/2014/main" id="{30B57ED9-014C-4B0C-A1F8-53D4A56F90D3}"/>
              </a:ext>
            </a:extLst>
          </p:cNvPr>
          <p:cNvSpPr txBox="1"/>
          <p:nvPr/>
        </p:nvSpPr>
        <p:spPr>
          <a:xfrm>
            <a:off x="351693" y="282894"/>
            <a:ext cx="6154615" cy="8894743"/>
          </a:xfrm>
          <a:prstGeom prst="rect">
            <a:avLst/>
          </a:prstGeom>
          <a:noFill/>
        </p:spPr>
        <p:txBody>
          <a:bodyPr wrap="square" rtlCol="0">
            <a:spAutoFit/>
          </a:bodyPr>
          <a:lstStyle/>
          <a:p>
            <a:r>
              <a:rPr lang="es-MX" sz="1300" b="1" dirty="0">
                <a:solidFill>
                  <a:schemeClr val="bg1"/>
                </a:solidFill>
                <a:latin typeface="Arial" panose="020B0604020202020204" pitchFamily="34" charset="0"/>
                <a:cs typeface="Arial" panose="020B0604020202020204" pitchFamily="34" charset="0"/>
              </a:rPr>
              <a:t>"CUANDO TIENES ALGO QUE AGRADECER...ES TIEMPO DE DAR"</a:t>
            </a:r>
          </a:p>
          <a:p>
            <a:r>
              <a:rPr lang="es-MX" sz="1300" dirty="0">
                <a:solidFill>
                  <a:schemeClr val="bg1"/>
                </a:solidFill>
                <a:latin typeface="Arial" panose="020B0604020202020204" pitchFamily="34" charset="0"/>
                <a:cs typeface="Arial" panose="020B0604020202020204" pitchFamily="34" charset="0"/>
              </a:rPr>
              <a:t>Con ese "CRITERIO RECTOR" de Comunicación arrancaba mi gestión como presidente de Fundación UNAM, en la cual fui electo el 5 de julio de 2001.</a:t>
            </a:r>
          </a:p>
          <a:p>
            <a:r>
              <a:rPr lang="es-MX" sz="1300" dirty="0">
                <a:solidFill>
                  <a:schemeClr val="bg1"/>
                </a:solidFill>
                <a:latin typeface="Arial" panose="020B0604020202020204" pitchFamily="34" charset="0"/>
                <a:cs typeface="Arial" panose="020B0604020202020204" pitchFamily="34" charset="0"/>
              </a:rPr>
              <a:t>Con ese entusiasmo, cariño y agradecimiento presidí la Fundación durante más de 6 años.</a:t>
            </a:r>
          </a:p>
          <a:p>
            <a:br>
              <a:rPr lang="es-MX" sz="1300" dirty="0">
                <a:solidFill>
                  <a:schemeClr val="bg1"/>
                </a:solidFill>
                <a:latin typeface="Arial" panose="020B0604020202020204" pitchFamily="34" charset="0"/>
                <a:cs typeface="Arial" panose="020B0604020202020204" pitchFamily="34" charset="0"/>
              </a:rPr>
            </a:br>
            <a:r>
              <a:rPr lang="es-MX" sz="1300" dirty="0">
                <a:solidFill>
                  <a:schemeClr val="bg1"/>
                </a:solidFill>
                <a:latin typeface="Arial" panose="020B0604020202020204" pitchFamily="34" charset="0"/>
                <a:cs typeface="Arial" panose="020B0604020202020204" pitchFamily="34" charset="0"/>
              </a:rPr>
              <a:t>El 3 de junio de 2022 el Rector Enrique </a:t>
            </a:r>
            <a:r>
              <a:rPr lang="es-MX" sz="1300" dirty="0" err="1">
                <a:solidFill>
                  <a:schemeClr val="bg1"/>
                </a:solidFill>
                <a:latin typeface="Arial" panose="020B0604020202020204" pitchFamily="34" charset="0"/>
                <a:cs typeface="Arial" panose="020B0604020202020204" pitchFamily="34" charset="0"/>
              </a:rPr>
              <a:t>Graue</a:t>
            </a:r>
            <a:r>
              <a:rPr lang="es-MX" sz="1300" dirty="0">
                <a:solidFill>
                  <a:schemeClr val="bg1"/>
                </a:solidFill>
                <a:latin typeface="Arial" panose="020B0604020202020204" pitchFamily="34" charset="0"/>
                <a:cs typeface="Arial" panose="020B0604020202020204" pitchFamily="34" charset="0"/>
              </a:rPr>
              <a:t> </a:t>
            </a:r>
            <a:r>
              <a:rPr lang="es-MX" sz="1300" dirty="0" err="1">
                <a:solidFill>
                  <a:schemeClr val="bg1"/>
                </a:solidFill>
                <a:latin typeface="Arial" panose="020B0604020202020204" pitchFamily="34" charset="0"/>
                <a:cs typeface="Arial" panose="020B0604020202020204" pitchFamily="34" charset="0"/>
              </a:rPr>
              <a:t>Wienchers</a:t>
            </a:r>
            <a:r>
              <a:rPr lang="es-MX" sz="1300" dirty="0">
                <a:solidFill>
                  <a:schemeClr val="bg1"/>
                </a:solidFill>
                <a:latin typeface="Arial" panose="020B0604020202020204" pitchFamily="34" charset="0"/>
                <a:cs typeface="Arial" panose="020B0604020202020204" pitchFamily="34" charset="0"/>
              </a:rPr>
              <a:t> tomó protesta al nuevo gran Consejo Directivo de SEFCA para el período 2022 - 2024, y el 15 de junio de 2024 el Rector Leonardo Lomelí Vanegas tomó protesta para el segundo período de gestión 2024 - 2026 del Consejo Directivo el cual tengo el honor de presidir, y como dice nuestro criterio rector: con " FUERZA Y COMPROMISO" arrancamos un nuevo período para apoyar con toda nuestra energía a nuestra amada UNAM y a nuestra amada Facultad.</a:t>
            </a:r>
          </a:p>
          <a:p>
            <a:br>
              <a:rPr lang="es-MX" sz="1300" dirty="0">
                <a:solidFill>
                  <a:schemeClr val="bg1"/>
                </a:solidFill>
                <a:latin typeface="Arial" panose="020B0604020202020204" pitchFamily="34" charset="0"/>
                <a:cs typeface="Arial" panose="020B0604020202020204" pitchFamily="34" charset="0"/>
              </a:rPr>
            </a:br>
            <a:r>
              <a:rPr lang="es-MX" sz="1300" dirty="0">
                <a:solidFill>
                  <a:schemeClr val="bg1"/>
                </a:solidFill>
                <a:latin typeface="Arial" panose="020B0604020202020204" pitchFamily="34" charset="0"/>
                <a:cs typeface="Arial" panose="020B0604020202020204" pitchFamily="34" charset="0"/>
              </a:rPr>
              <a:t>Durante el primer período 2022 - 2024 de la gestión del Consejo Directivo, hemos realizado entre otras las siguientes acciones de apoyo tanto académico como financiero en beneficio de la comunidad estudiantil de la Facultad:</a:t>
            </a:r>
          </a:p>
          <a:p>
            <a:r>
              <a:rPr lang="es-MX" sz="1300" dirty="0">
                <a:solidFill>
                  <a:schemeClr val="bg1"/>
                </a:solidFill>
                <a:latin typeface="Arial" panose="020B0604020202020204" pitchFamily="34" charset="0"/>
                <a:cs typeface="Arial" panose="020B0604020202020204" pitchFamily="34" charset="0"/>
              </a:rPr>
              <a:t>Un programa de  17 Conferencias Magistrales denominado "EXPERIENCIA Y ORGULLO A COMPARTIR" con la asistencia de cerca de 8 mil estudiantes.</a:t>
            </a:r>
          </a:p>
          <a:p>
            <a:r>
              <a:rPr lang="es-MX" sz="1300" dirty="0">
                <a:solidFill>
                  <a:schemeClr val="bg1"/>
                </a:solidFill>
                <a:latin typeface="Arial" panose="020B0604020202020204" pitchFamily="34" charset="0"/>
                <a:cs typeface="Arial" panose="020B0604020202020204" pitchFamily="34" charset="0"/>
              </a:rPr>
              <a:t>Participamos en la Semana Académica de la Facultad impartiendo 7 Conferencias Magistrales a las que asistieron casi 5 mil estudiantes.</a:t>
            </a:r>
          </a:p>
          <a:p>
            <a:r>
              <a:rPr lang="es-MX" sz="1300" dirty="0">
                <a:solidFill>
                  <a:schemeClr val="bg1"/>
                </a:solidFill>
                <a:latin typeface="Arial" panose="020B0604020202020204" pitchFamily="34" charset="0"/>
                <a:cs typeface="Arial" panose="020B0604020202020204" pitchFamily="34" charset="0"/>
              </a:rPr>
              <a:t>Realizamos un programa denominado Martes de SEFCA con 5 sesiones denominadas Expectativas del Mercado Laboral para Egresados de la Facultad, donde pudimos interactuar con más de 125 estudiantes de los últimos semestres de las  diversas carreras que se imparten en la Facultad.</a:t>
            </a:r>
          </a:p>
          <a:p>
            <a:r>
              <a:rPr lang="es-MX" sz="1300" dirty="0">
                <a:solidFill>
                  <a:schemeClr val="bg1"/>
                </a:solidFill>
                <a:latin typeface="Arial" panose="020B0604020202020204" pitchFamily="34" charset="0"/>
                <a:cs typeface="Arial" panose="020B0604020202020204" pitchFamily="34" charset="0"/>
              </a:rPr>
              <a:t>Promovimos el programa Aulas Dignas para la FCA, en el que se recaudaron  donativos de egresados por 9 millones trescientos mil pesos que ya entregamos a la Tesorería de la Facultad  para la remodelación de 68 aulas de los 4 edificios donde se  imparte docencia de los 4 programas de licenciatura.</a:t>
            </a:r>
          </a:p>
          <a:p>
            <a:br>
              <a:rPr lang="es-MX" sz="1300" dirty="0">
                <a:solidFill>
                  <a:schemeClr val="bg1"/>
                </a:solidFill>
                <a:latin typeface="Arial" panose="020B0604020202020204" pitchFamily="34" charset="0"/>
                <a:cs typeface="Arial" panose="020B0604020202020204" pitchFamily="34" charset="0"/>
              </a:rPr>
            </a:br>
            <a:r>
              <a:rPr lang="es-MX" sz="1300" dirty="0">
                <a:solidFill>
                  <a:schemeClr val="bg1"/>
                </a:solidFill>
                <a:latin typeface="Arial" panose="020B0604020202020204" pitchFamily="34" charset="0"/>
                <a:cs typeface="Arial" panose="020B0604020202020204" pitchFamily="34" charset="0"/>
              </a:rPr>
              <a:t>Como señala nuestro "Criterio Rector" de nuestro ciclo de  Conferencias Magistrales "EXPERIENCIA Y ORGULLO A COMPARTIR" seguiremos apoyando con diversas acciones de vinculación con la comunidad estudiantil y la promoción de recaudación de fondos del proyecto de Aulas Dignas para la FCA, que permita a nuestra querida Facultad seguir en el camino de la excelencia académica.</a:t>
            </a:r>
          </a:p>
          <a:p>
            <a:br>
              <a:rPr lang="es-MX" sz="1300" dirty="0">
                <a:solidFill>
                  <a:schemeClr val="bg1"/>
                </a:solidFill>
                <a:latin typeface="Arial" panose="020B0604020202020204" pitchFamily="34" charset="0"/>
                <a:cs typeface="Arial" panose="020B0604020202020204" pitchFamily="34" charset="0"/>
              </a:rPr>
            </a:br>
            <a:r>
              <a:rPr lang="es-MX" sz="1300" dirty="0">
                <a:solidFill>
                  <a:schemeClr val="bg1"/>
                </a:solidFill>
                <a:latin typeface="Arial" panose="020B0604020202020204" pitchFamily="34" charset="0"/>
                <a:cs typeface="Arial" panose="020B0604020202020204" pitchFamily="34" charset="0"/>
              </a:rPr>
              <a:t>Esperamos que esta página Web sirva como instrumento de comunicación y vinculación entre los egresados y la comunidad de la Facultad.</a:t>
            </a:r>
          </a:p>
          <a:p>
            <a:endParaRPr lang="es-MX" sz="1300" dirty="0">
              <a:solidFill>
                <a:schemeClr val="bg1"/>
              </a:solidFill>
              <a:latin typeface="Arial" panose="020B0604020202020204" pitchFamily="34" charset="0"/>
              <a:cs typeface="Arial" panose="020B0604020202020204" pitchFamily="34" charset="0"/>
            </a:endParaRPr>
          </a:p>
          <a:p>
            <a:r>
              <a:rPr lang="es-MX" sz="1300" dirty="0">
                <a:solidFill>
                  <a:schemeClr val="bg1"/>
                </a:solidFill>
                <a:latin typeface="Arial" panose="020B0604020202020204" pitchFamily="34" charset="0"/>
                <a:cs typeface="Arial" panose="020B0604020202020204" pitchFamily="34" charset="0"/>
              </a:rPr>
              <a:t>"POR MI RAZA HABLARÁ EL ESPÍRITU"</a:t>
            </a:r>
          </a:p>
          <a:p>
            <a:r>
              <a:rPr lang="es-MX" sz="1300">
                <a:solidFill>
                  <a:schemeClr val="bg1"/>
                </a:solidFill>
                <a:latin typeface="Arial" panose="020B0604020202020204" pitchFamily="34" charset="0"/>
                <a:cs typeface="Arial" panose="020B0604020202020204" pitchFamily="34" charset="0"/>
              </a:rPr>
              <a:t>Isaac </a:t>
            </a:r>
            <a:r>
              <a:rPr lang="es-MX" sz="1300" dirty="0">
                <a:solidFill>
                  <a:schemeClr val="bg1"/>
                </a:solidFill>
                <a:latin typeface="Arial" panose="020B0604020202020204" pitchFamily="34" charset="0"/>
                <a:cs typeface="Arial" panose="020B0604020202020204" pitchFamily="34" charset="0"/>
              </a:rPr>
              <a:t>Chertorivski</a:t>
            </a:r>
          </a:p>
          <a:p>
            <a:r>
              <a:rPr lang="es-MX" sz="1300" dirty="0">
                <a:solidFill>
                  <a:schemeClr val="bg1"/>
                </a:solidFill>
                <a:latin typeface="Arial" panose="020B0604020202020204" pitchFamily="34" charset="0"/>
                <a:cs typeface="Arial" panose="020B0604020202020204" pitchFamily="34" charset="0"/>
              </a:rPr>
              <a:t>Presidente del Consejo Directivo</a:t>
            </a:r>
          </a:p>
          <a:p>
            <a:endParaRPr lang="es-MX" sz="13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869807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tint val="100000"/>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6</TotalTime>
  <Words>449</Words>
  <Application>Microsoft Office PowerPoint</Application>
  <PresentationFormat>Presentación en pantalla (4:3)</PresentationFormat>
  <Paragraphs>15</Paragraphs>
  <Slides>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vt:i4>
      </vt:variant>
    </vt:vector>
  </HeadingPairs>
  <TitlesOfParts>
    <vt:vector size="5" baseType="lpstr">
      <vt:lpstr>Arial</vt:lpstr>
      <vt:lpstr>Century Gothic</vt:lpstr>
      <vt:lpstr>Wingdings 3</vt:lpstr>
      <vt:lpstr>Ion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Karina</dc:creator>
  <cp:lastModifiedBy>Karina</cp:lastModifiedBy>
  <cp:revision>2</cp:revision>
  <dcterms:created xsi:type="dcterms:W3CDTF">2025-02-19T20:05:55Z</dcterms:created>
  <dcterms:modified xsi:type="dcterms:W3CDTF">2025-02-19T20:14:16Z</dcterms:modified>
</cp:coreProperties>
</file>