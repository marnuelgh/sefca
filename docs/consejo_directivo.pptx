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6" r:id="rId1"/>
  </p:sldMasterIdLst>
  <p:sldIdLst>
    <p:sldId id="256" r:id="rId2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2" d="100"/>
          <a:sy n="32" d="100"/>
        </p:scale>
        <p:origin x="22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16256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4294787"/>
            <a:ext cx="7078488" cy="3592375"/>
          </a:xfrm>
        </p:spPr>
        <p:txBody>
          <a:bodyPr anchor="b">
            <a:noAutofit/>
          </a:bodyPr>
          <a:lstStyle>
            <a:lvl1pPr algn="ctr">
              <a:defRPr sz="64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8529369"/>
            <a:ext cx="7078488" cy="3265543"/>
          </a:xfrm>
        </p:spPr>
        <p:txBody>
          <a:bodyPr anchor="t">
            <a:normAutofit/>
          </a:bodyPr>
          <a:lstStyle>
            <a:lvl1pPr marL="0" indent="0" algn="ctr">
              <a:buNone/>
              <a:defRPr sz="2667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11981279"/>
            <a:ext cx="897701" cy="662281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11981279"/>
            <a:ext cx="5419813" cy="66228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11981279"/>
            <a:ext cx="551311" cy="662281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8228335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894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2" y="5581440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91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3890757"/>
            <a:ext cx="8794045" cy="4320033"/>
          </a:xfrm>
        </p:spPr>
        <p:txBody>
          <a:bodyPr anchor="b">
            <a:normAutofit/>
          </a:bodyPr>
          <a:lstStyle>
            <a:lvl1pPr algn="ctr">
              <a:defRPr sz="5333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8853000"/>
            <a:ext cx="8794045" cy="2583739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85318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25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558520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2169689"/>
            <a:ext cx="9064979" cy="3090648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5895510"/>
            <a:ext cx="4450080" cy="8171349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5895510"/>
            <a:ext cx="4450080" cy="8171349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94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6301708"/>
            <a:ext cx="4450080" cy="1365954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accent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7687732"/>
            <a:ext cx="4450080" cy="6415701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6301708"/>
            <a:ext cx="4450080" cy="1365954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accent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7687732"/>
            <a:ext cx="4450080" cy="6415701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558144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179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2169689"/>
            <a:ext cx="9064980" cy="3090648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558144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25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18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3291340"/>
            <a:ext cx="3382397" cy="3251200"/>
          </a:xfrm>
        </p:spPr>
        <p:txBody>
          <a:bodyPr anchor="b">
            <a:normAutofit/>
          </a:bodyPr>
          <a:lstStyle>
            <a:lvl1pPr algn="ctr"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2328018"/>
            <a:ext cx="5140719" cy="11599964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7184746"/>
            <a:ext cx="3382397" cy="5779921"/>
          </a:xfrm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6903782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88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4465380"/>
            <a:ext cx="4842936" cy="3251200"/>
          </a:xfrm>
        </p:spPr>
        <p:txBody>
          <a:bodyPr anchor="b">
            <a:normAutofit/>
          </a:bodyPr>
          <a:lstStyle>
            <a:lvl1pPr algn="ctr"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61" y="2448434"/>
            <a:ext cx="3905951" cy="11359137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7716580"/>
            <a:ext cx="4842935" cy="4334933"/>
          </a:xfrm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6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1414317"/>
            <a:ext cx="9064979" cy="1343379"/>
          </a:xfrm>
        </p:spPr>
        <p:txBody>
          <a:bodyPr anchor="b">
            <a:normAutofit/>
          </a:bodyPr>
          <a:lstStyle>
            <a:lvl1pPr algn="ctr"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2448435"/>
            <a:ext cx="9455309" cy="796745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12757696"/>
            <a:ext cx="9064979" cy="1170280"/>
          </a:xfrm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2149625"/>
            <a:ext cx="9064979" cy="7343076"/>
          </a:xfrm>
        </p:spPr>
        <p:txBody>
          <a:bodyPr anchor="ctr">
            <a:normAutofit/>
          </a:bodyPr>
          <a:lstStyle>
            <a:lvl1pPr algn="ctr">
              <a:defRPr sz="4267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10134912"/>
            <a:ext cx="9064981" cy="37930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9813805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308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2328017"/>
            <a:ext cx="8533667" cy="5619361"/>
          </a:xfrm>
        </p:spPr>
        <p:txBody>
          <a:bodyPr anchor="ctr">
            <a:normAutofit/>
          </a:bodyPr>
          <a:lstStyle>
            <a:lvl1pPr algn="ctr">
              <a:defRPr sz="4267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7947376"/>
            <a:ext cx="7857064" cy="154532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10295468"/>
            <a:ext cx="9064984" cy="36325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133293" y="2146043"/>
            <a:ext cx="609759" cy="1386136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6703099"/>
            <a:ext cx="609759" cy="1386136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9813805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833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7842562"/>
            <a:ext cx="9064971" cy="3481600"/>
          </a:xfrm>
        </p:spPr>
        <p:txBody>
          <a:bodyPr anchor="b">
            <a:normAutofit/>
          </a:bodyPr>
          <a:lstStyle>
            <a:lvl1pPr algn="l">
              <a:defRPr sz="4267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11324162"/>
            <a:ext cx="9064973" cy="2039467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754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2328017"/>
            <a:ext cx="8433557" cy="5318324"/>
          </a:xfrm>
        </p:spPr>
        <p:txBody>
          <a:bodyPr anchor="ctr">
            <a:normAutofit/>
          </a:bodyPr>
          <a:lstStyle>
            <a:lvl1pPr algn="ctr">
              <a:defRPr sz="4267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8626517"/>
            <a:ext cx="9064973" cy="210244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10736988"/>
            <a:ext cx="9064981" cy="3190993"/>
          </a:xfrm>
        </p:spPr>
        <p:txBody>
          <a:bodyPr anchor="t">
            <a:norm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70747" y="2125973"/>
            <a:ext cx="609759" cy="1386136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/>
            <a:r>
              <a:rPr lang="en-US" sz="1066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6181281"/>
            <a:ext cx="609759" cy="1386136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 algn="r"/>
            <a:r>
              <a:rPr lang="en-US" sz="10666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8128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123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2328015"/>
            <a:ext cx="9064979" cy="543873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267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8453120"/>
            <a:ext cx="9064973" cy="214579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10596505"/>
            <a:ext cx="9064979" cy="3331477"/>
          </a:xfrm>
        </p:spPr>
        <p:txBody>
          <a:bodyPr anchor="t">
            <a:norm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8128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017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5902544"/>
            <a:ext cx="9064981" cy="8025441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558144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62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2149626"/>
            <a:ext cx="2158573" cy="11778359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2149626"/>
            <a:ext cx="6554012" cy="11778354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2149626"/>
            <a:ext cx="0" cy="1177835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954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"/>
            <a:ext cx="12192000" cy="16256002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2169689"/>
            <a:ext cx="9064979" cy="309064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5902543"/>
            <a:ext cx="9064981" cy="81659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14128671"/>
            <a:ext cx="1531044" cy="662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14128671"/>
            <a:ext cx="6806223" cy="662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14128671"/>
            <a:ext cx="527347" cy="662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87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ctr" defTabSz="609585" rtl="0" eaLnBrk="1" latinLnBrk="0" hangingPunct="1">
        <a:spcBef>
          <a:spcPct val="0"/>
        </a:spcBef>
        <a:buNone/>
        <a:defRPr sz="5333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80990" indent="-380990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3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26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600160" indent="-380990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2057349" indent="-228594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213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666933" indent="-228594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18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18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18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18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18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082040" y="2186374"/>
            <a:ext cx="10027920" cy="1188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“Cuando tienes algo que agradecer…es tiempo de DAR”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 ese “CRITERIO RECTOR” de Comunicación arrancaba mi gestión como presidente de la Fundación UNAM, en la cual fui electo el 5 de julio de 2001.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 ese entusiasmo, cariño y agradecimiento presidí la Fundación durante más de 6 años.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3 de junio de 2022 el Rector Enrique </a:t>
            </a:r>
            <a:r>
              <a:rPr lang="es-MX" sz="3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Graue</a:t>
            </a: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3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Wiechers</a:t>
            </a: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tomó protesta al nuevo gran Consejo Directivo de SEFCA para el periodo 2022 a 2024 el cual tengo el honor de presidir, y como dice nuestro criterio rector: con “FUERZA Y COMPROMISO” arrancamos un periodo para apoyar con toda nuestra energía a nuestra amada UNAM y a nuestra amada Facultad.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También así como se mencionó el “Criterio Rector” de nuestro pasado ciclo de Conferencias “EXPERIENCIA Y ORGULLO A COMPARTIR” vamos a apoyar a nuestra Facultad para que siga en el camino de la excelencia.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Esperamos esta página Web sirva como un instrumento de comunicación con toda nuestra comunidad.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MI RAZA HABLARÁ EL ESPIRITÚ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Isaac </a:t>
            </a:r>
            <a:r>
              <a:rPr lang="es-MX" sz="3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Chertorivski</a:t>
            </a:r>
            <a:r>
              <a:rPr lang="es-MX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MX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4247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10</Words>
  <Application>Microsoft Office PowerPoint</Application>
  <PresentationFormat>Personalizado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Garamond</vt:lpstr>
      <vt:lpstr>Times New Roman</vt:lpstr>
      <vt:lpstr>Orgánico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2</cp:revision>
  <dcterms:created xsi:type="dcterms:W3CDTF">2023-06-01T19:16:00Z</dcterms:created>
  <dcterms:modified xsi:type="dcterms:W3CDTF">2023-06-02T00:40:01Z</dcterms:modified>
</cp:coreProperties>
</file>