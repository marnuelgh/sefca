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6" r:id="rId1"/>
  </p:sldMasterIdLst>
  <p:sldIdLst>
    <p:sldId id="256" r:id="rId2"/>
  </p:sldIdLst>
  <p:sldSz cx="12192000" cy="1625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32" d="100"/>
          <a:sy n="32" d="100"/>
        </p:scale>
        <p:origin x="22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9" name="Group 8"/>
          <p:cNvGrpSpPr/>
          <p:nvPr/>
        </p:nvGrpSpPr>
        <p:grpSpPr>
          <a:xfrm>
            <a:off x="0" y="0"/>
            <a:ext cx="12192000" cy="16256000"/>
            <a:chOff x="0" y="0"/>
            <a:chExt cx="9144000" cy="6858000"/>
          </a:xfrm>
        </p:grpSpPr>
        <p:pic>
          <p:nvPicPr>
            <p:cNvPr id="7" name="Picture 6" descr="S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25780"/>
              <a:ext cx="1664208" cy="612648"/>
            </a:xfrm>
            <a:prstGeom prst="rect">
              <a:avLst/>
            </a:prstGeom>
          </p:spPr>
        </p:pic>
        <p:pic>
          <p:nvPicPr>
            <p:cNvPr id="14" name="Picture 13"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rot="5400000">
              <a:off x="3739196" y="5719572"/>
              <a:ext cx="1664208" cy="612648"/>
            </a:xfrm>
            <a:prstGeom prst="rect">
              <a:avLst/>
            </a:prstGeom>
          </p:spPr>
        </p:pic>
      </p:grpSp>
      <p:sp>
        <p:nvSpPr>
          <p:cNvPr id="2" name="Title 1"/>
          <p:cNvSpPr>
            <a:spLocks noGrp="1"/>
          </p:cNvSpPr>
          <p:nvPr>
            <p:ph type="ctrTitle"/>
          </p:nvPr>
        </p:nvSpPr>
        <p:spPr>
          <a:xfrm>
            <a:off x="2562579" y="4294787"/>
            <a:ext cx="7078488" cy="3592375"/>
          </a:xfrm>
        </p:spPr>
        <p:txBody>
          <a:bodyPr anchor="b">
            <a:noAutofit/>
          </a:bodyPr>
          <a:lstStyle>
            <a:lvl1pPr algn="ctr">
              <a:defRPr sz="6400">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62579" y="8529369"/>
            <a:ext cx="7078488" cy="3265543"/>
          </a:xfrm>
        </p:spPr>
        <p:txBody>
          <a:bodyPr anchor="t">
            <a:normAutofit/>
          </a:bodyPr>
          <a:lstStyle>
            <a:lvl1pPr marL="0" indent="0" algn="ctr">
              <a:buNone/>
              <a:defRPr sz="2667">
                <a:solidFill>
                  <a:schemeClr val="tx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a:xfrm>
            <a:off x="8087223" y="11981279"/>
            <a:ext cx="897701" cy="662281"/>
          </a:xfrm>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a:xfrm>
            <a:off x="2562579" y="11981279"/>
            <a:ext cx="5419813" cy="662281"/>
          </a:xfrm>
        </p:spPr>
        <p:txBody>
          <a:bodyPr/>
          <a:lstStyle/>
          <a:p>
            <a:endParaRPr lang="en-US" dirty="0"/>
          </a:p>
        </p:txBody>
      </p:sp>
      <p:sp>
        <p:nvSpPr>
          <p:cNvPr id="6" name="Slide Number Placeholder 5"/>
          <p:cNvSpPr>
            <a:spLocks noGrp="1"/>
          </p:cNvSpPr>
          <p:nvPr>
            <p:ph type="sldNum" sz="quarter" idx="12"/>
          </p:nvPr>
        </p:nvSpPr>
        <p:spPr>
          <a:xfrm>
            <a:off x="9089757" y="11981279"/>
            <a:ext cx="551311" cy="662281"/>
          </a:xfrm>
        </p:spPr>
        <p:txBody>
          <a:bodyPr/>
          <a:lstStyle/>
          <a:p>
            <a:fld id="{D57F1E4F-1CFF-5643-939E-217C01CDF565}" type="slidenum">
              <a:rPr lang="en-US" smtClean="0"/>
              <a:pPr/>
              <a:t>‹Nº›</a:t>
            </a:fld>
            <a:endParaRPr lang="en-US" dirty="0"/>
          </a:p>
        </p:txBody>
      </p:sp>
      <p:cxnSp>
        <p:nvCxnSpPr>
          <p:cNvPr id="15" name="Straight Connector 14"/>
          <p:cNvCxnSpPr/>
          <p:nvPr/>
        </p:nvCxnSpPr>
        <p:spPr>
          <a:xfrm>
            <a:off x="2693101" y="8228335"/>
            <a:ext cx="68174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948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704622" y="5581440"/>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05BFA754-D5C3-4E66-96A6-867B257F58DC}" type="datetimeFigureOut">
              <a:rPr lang="en-US" smtClean="0"/>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D84065D-F351-4B03-BD91-D8A6B8D4B362}" type="slidenum">
              <a:rPr lang="en-US" smtClean="0"/>
              <a:t>‹Nº›</a:t>
            </a:fld>
            <a:endParaRPr lang="en-US" dirty="0"/>
          </a:p>
        </p:txBody>
      </p:sp>
    </p:spTree>
    <p:extLst>
      <p:ext uri="{BB962C8B-B14F-4D97-AF65-F5344CB8AC3E}">
        <p14:creationId xmlns:p14="http://schemas.microsoft.com/office/powerpoint/2010/main" val="1234916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704620" y="3890757"/>
            <a:ext cx="8794045" cy="4320033"/>
          </a:xfrm>
        </p:spPr>
        <p:txBody>
          <a:bodyPr anchor="b">
            <a:normAutofit/>
          </a:bodyPr>
          <a:lstStyle>
            <a:lvl1pPr algn="ctr">
              <a:defRPr sz="5333"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704620" y="8853000"/>
            <a:ext cx="8794045" cy="2583739"/>
          </a:xfrm>
        </p:spPr>
        <p:txBody>
          <a:bodyPr anchor="t">
            <a:normAutofit/>
          </a:bodyPr>
          <a:lstStyle>
            <a:lvl1pPr marL="0" indent="0" algn="ctr">
              <a:buNone/>
              <a:defRPr sz="3200">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31" name="Straight Connector 30"/>
          <p:cNvCxnSpPr/>
          <p:nvPr/>
        </p:nvCxnSpPr>
        <p:spPr>
          <a:xfrm>
            <a:off x="1704622" y="8531892"/>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225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704620" y="5585209"/>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5" y="2169689"/>
            <a:ext cx="9064979" cy="3090648"/>
          </a:xfrm>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1569155" y="5895510"/>
            <a:ext cx="4450080" cy="8171349"/>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6193536" y="5895510"/>
            <a:ext cx="4450080" cy="8171349"/>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‹Nº›</a:t>
            </a:fld>
            <a:endParaRPr lang="en-US" dirty="0"/>
          </a:p>
        </p:txBody>
      </p:sp>
    </p:spTree>
    <p:extLst>
      <p:ext uri="{BB962C8B-B14F-4D97-AF65-F5344CB8AC3E}">
        <p14:creationId xmlns:p14="http://schemas.microsoft.com/office/powerpoint/2010/main" val="2296948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569157" y="6301708"/>
            <a:ext cx="4450080" cy="1365954"/>
          </a:xfrm>
        </p:spPr>
        <p:txBody>
          <a:bodyPr anchor="b">
            <a:noAutofit/>
          </a:bodyPr>
          <a:lstStyle>
            <a:lvl1pPr marL="0" indent="0">
              <a:buNone/>
              <a:defRPr sz="3200" b="0">
                <a:solidFill>
                  <a:schemeClr val="accent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s-ES" smtClean="0"/>
              <a:t>Haga clic para modificar el estilo de texto del patrón</a:t>
            </a:r>
          </a:p>
        </p:txBody>
      </p:sp>
      <p:sp>
        <p:nvSpPr>
          <p:cNvPr id="4" name="Content Placeholder 3"/>
          <p:cNvSpPr>
            <a:spLocks noGrp="1"/>
          </p:cNvSpPr>
          <p:nvPr>
            <p:ph sz="half" idx="2"/>
          </p:nvPr>
        </p:nvSpPr>
        <p:spPr>
          <a:xfrm>
            <a:off x="1569157" y="7687732"/>
            <a:ext cx="4450080" cy="6415701"/>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6189109" y="6301708"/>
            <a:ext cx="4450080" cy="1365954"/>
          </a:xfrm>
        </p:spPr>
        <p:txBody>
          <a:bodyPr anchor="b">
            <a:noAutofit/>
          </a:bodyPr>
          <a:lstStyle>
            <a:lvl1pPr marL="0" indent="0">
              <a:buNone/>
              <a:defRPr sz="3200" b="0">
                <a:solidFill>
                  <a:schemeClr val="accent1"/>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6189109" y="7687732"/>
            <a:ext cx="4450080" cy="6415701"/>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41" name="Straight Connector 40"/>
          <p:cNvCxnSpPr/>
          <p:nvPr/>
        </p:nvCxnSpPr>
        <p:spPr>
          <a:xfrm>
            <a:off x="1704622" y="558144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1179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569154" y="2169689"/>
            <a:ext cx="9064980" cy="3090648"/>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14" name="Straight Connector 13"/>
          <p:cNvCxnSpPr/>
          <p:nvPr/>
        </p:nvCxnSpPr>
        <p:spPr>
          <a:xfrm>
            <a:off x="1704622" y="558144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6255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946184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569153" y="3291340"/>
            <a:ext cx="3382397" cy="3251200"/>
          </a:xfrm>
        </p:spPr>
        <p:txBody>
          <a:bodyPr anchor="b">
            <a:normAutofit/>
          </a:bodyPr>
          <a:lstStyle>
            <a:lvl1pPr algn="ctr">
              <a:defRPr sz="32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5493417" y="2328018"/>
            <a:ext cx="5140719" cy="11599964"/>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1569153" y="7184746"/>
            <a:ext cx="3382397" cy="5779921"/>
          </a:xfrm>
        </p:spPr>
        <p:txBody>
          <a:bodyPr anchor="t">
            <a:normAutofit/>
          </a:bodyPr>
          <a:lstStyle>
            <a:lvl1pPr marL="0" indent="0" algn="ctr">
              <a:buNone/>
              <a:defRPr sz="2133"/>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16" name="Straight Connector 15"/>
          <p:cNvCxnSpPr/>
          <p:nvPr/>
        </p:nvCxnSpPr>
        <p:spPr>
          <a:xfrm>
            <a:off x="1704621" y="6903782"/>
            <a:ext cx="311145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5880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569153" y="4465380"/>
            <a:ext cx="4842936" cy="3251200"/>
          </a:xfrm>
        </p:spPr>
        <p:txBody>
          <a:bodyPr anchor="b">
            <a:normAutofit/>
          </a:bodyPr>
          <a:lstStyle>
            <a:lvl1pPr algn="ctr">
              <a:defRPr sz="3200" b="0"/>
            </a:lvl1pPr>
          </a:lstStyle>
          <a:p>
            <a:r>
              <a:rPr lang="es-ES" smtClean="0"/>
              <a:t>Haga clic para modificar el estilo de título del patrón</a:t>
            </a:r>
            <a:endParaRPr lang="en-US" dirty="0"/>
          </a:p>
        </p:txBody>
      </p:sp>
      <p:sp>
        <p:nvSpPr>
          <p:cNvPr id="17" name="Picture Placeholder 2"/>
          <p:cNvSpPr>
            <a:spLocks noGrp="1" noChangeAspect="1"/>
          </p:cNvSpPr>
          <p:nvPr>
            <p:ph type="pic" idx="1"/>
          </p:nvPr>
        </p:nvSpPr>
        <p:spPr>
          <a:xfrm>
            <a:off x="6910761" y="2448434"/>
            <a:ext cx="3905951" cy="11359137"/>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569154" y="7716580"/>
            <a:ext cx="4842935" cy="4334933"/>
          </a:xfrm>
        </p:spPr>
        <p:txBody>
          <a:bodyPr anchor="t">
            <a:normAutofit/>
          </a:bodyPr>
          <a:lstStyle>
            <a:lvl1pPr marL="0" indent="0" algn="ctr">
              <a:buNone/>
              <a:defRPr sz="2133"/>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87164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69155" y="11414317"/>
            <a:ext cx="9064979" cy="1343379"/>
          </a:xfrm>
        </p:spPr>
        <p:txBody>
          <a:bodyPr anchor="b">
            <a:normAutofit/>
          </a:bodyPr>
          <a:lstStyle>
            <a:lvl1pPr algn="ctr">
              <a:defRPr sz="32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1368347" y="2448435"/>
            <a:ext cx="9455309" cy="7967452"/>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2133"/>
            </a:lvl1pPr>
            <a:lvl2pPr marL="609585" indent="0">
              <a:buNone/>
              <a:defRPr sz="2133"/>
            </a:lvl2pPr>
            <a:lvl3pPr marL="1219170" indent="0">
              <a:buNone/>
              <a:defRPr sz="2133"/>
            </a:lvl3pPr>
            <a:lvl4pPr marL="1828754" indent="0">
              <a:buNone/>
              <a:defRPr sz="2133"/>
            </a:lvl4pPr>
            <a:lvl5pPr marL="2438339" indent="0">
              <a:buNone/>
              <a:defRPr sz="2133"/>
            </a:lvl5pPr>
            <a:lvl6pPr marL="3047924" indent="0">
              <a:buNone/>
              <a:defRPr sz="2133"/>
            </a:lvl6pPr>
            <a:lvl7pPr marL="3657509" indent="0">
              <a:buNone/>
              <a:defRPr sz="2133"/>
            </a:lvl7pPr>
            <a:lvl8pPr marL="4267093" indent="0">
              <a:buNone/>
              <a:defRPr sz="2133"/>
            </a:lvl8pPr>
            <a:lvl9pPr marL="4876678" indent="0">
              <a:buNone/>
              <a:defRPr sz="2133"/>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1569155" y="12757696"/>
            <a:ext cx="9064979" cy="1170280"/>
          </a:xfrm>
        </p:spPr>
        <p:txBody>
          <a:bodyPr anchor="t">
            <a:normAutofit/>
          </a:bodyPr>
          <a:lstStyle>
            <a:lvl1pPr marL="0" indent="0" algn="ctr">
              <a:buNone/>
              <a:defRPr sz="2133"/>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8639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69155" y="2149625"/>
            <a:ext cx="9064979" cy="7343076"/>
          </a:xfrm>
        </p:spPr>
        <p:txBody>
          <a:bodyPr anchor="ctr">
            <a:normAutofit/>
          </a:bodyPr>
          <a:lstStyle>
            <a:lvl1pPr algn="ctr">
              <a:defRPr sz="4267"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569154" y="10134912"/>
            <a:ext cx="9064981" cy="3793071"/>
          </a:xfrm>
        </p:spPr>
        <p:txBody>
          <a:bodyPr anchor="ctr">
            <a:normAutofit/>
          </a:bodyPr>
          <a:lstStyle>
            <a:lvl1pPr marL="0" indent="0" algn="ctr">
              <a:buNone/>
              <a:defRPr sz="2667">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15" name="Straight Connector 14"/>
          <p:cNvCxnSpPr/>
          <p:nvPr/>
        </p:nvCxnSpPr>
        <p:spPr>
          <a:xfrm>
            <a:off x="1704621" y="9813805"/>
            <a:ext cx="88085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55308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779111" y="2328017"/>
            <a:ext cx="8533667" cy="5619361"/>
          </a:xfrm>
        </p:spPr>
        <p:txBody>
          <a:bodyPr anchor="ctr">
            <a:normAutofit/>
          </a:bodyPr>
          <a:lstStyle>
            <a:lvl1pPr algn="ctr">
              <a:defRPr sz="4267" b="0" cap="none">
                <a:solidFill>
                  <a:schemeClr val="tx1"/>
                </a:solidFill>
              </a:defRPr>
            </a:lvl1pPr>
          </a:lstStyle>
          <a:p>
            <a:r>
              <a:rPr lang="es-ES" smtClean="0"/>
              <a:t>Haga clic para modificar el estilo de título del patrón</a:t>
            </a:r>
            <a:endParaRPr lang="en-US" dirty="0"/>
          </a:p>
        </p:txBody>
      </p:sp>
      <p:sp>
        <p:nvSpPr>
          <p:cNvPr id="10" name="Text Placeholder 9"/>
          <p:cNvSpPr>
            <a:spLocks noGrp="1"/>
          </p:cNvSpPr>
          <p:nvPr>
            <p:ph type="body" sz="quarter" idx="13"/>
          </p:nvPr>
        </p:nvSpPr>
        <p:spPr>
          <a:xfrm>
            <a:off x="2133600" y="7947376"/>
            <a:ext cx="7857064" cy="1545323"/>
          </a:xfrm>
        </p:spPr>
        <p:txBody>
          <a:bodyPr anchor="ctr">
            <a:normAutofit/>
          </a:bodyPr>
          <a:lstStyle>
            <a:lvl1pPr marL="0" indent="0" algn="r">
              <a:buFontTx/>
              <a:buNone/>
              <a:defRPr sz="2400"/>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1569151" y="10295468"/>
            <a:ext cx="9064984" cy="3632514"/>
          </a:xfrm>
        </p:spPr>
        <p:txBody>
          <a:bodyPr anchor="ctr">
            <a:normAutofit/>
          </a:bodyPr>
          <a:lstStyle>
            <a:lvl1pPr marL="0" indent="0" algn="ctr">
              <a:buNone/>
              <a:defRPr sz="2667">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14" name="TextBox 13"/>
          <p:cNvSpPr txBox="1"/>
          <p:nvPr/>
        </p:nvSpPr>
        <p:spPr>
          <a:xfrm>
            <a:off x="1133293" y="2146043"/>
            <a:ext cx="609759" cy="1386136"/>
          </a:xfrm>
          <a:prstGeom prst="rect">
            <a:avLst/>
          </a:prstGeom>
        </p:spPr>
        <p:txBody>
          <a:bodyPr vert="horz" lIns="121920" tIns="60960" rIns="121920" bIns="60960" rtlCol="0" anchor="ctr">
            <a:noAutofit/>
          </a:bodyPr>
          <a:lstStyle/>
          <a:p>
            <a:pPr lvl="0"/>
            <a:r>
              <a:rPr lang="en-US" sz="9600" dirty="0">
                <a:solidFill>
                  <a:schemeClr val="tx1"/>
                </a:solidFill>
                <a:effectLst/>
              </a:rPr>
              <a:t>“</a:t>
            </a:r>
          </a:p>
        </p:txBody>
      </p:sp>
      <p:sp>
        <p:nvSpPr>
          <p:cNvPr id="15" name="TextBox 14"/>
          <p:cNvSpPr txBox="1"/>
          <p:nvPr/>
        </p:nvSpPr>
        <p:spPr>
          <a:xfrm>
            <a:off x="10178005" y="6703099"/>
            <a:ext cx="609759" cy="1386136"/>
          </a:xfrm>
          <a:prstGeom prst="rect">
            <a:avLst/>
          </a:prstGeom>
        </p:spPr>
        <p:txBody>
          <a:bodyPr vert="horz" lIns="121920" tIns="60960" rIns="121920" bIns="60960" rtlCol="0" anchor="ctr">
            <a:noAutofit/>
          </a:bodyPr>
          <a:lstStyle/>
          <a:p>
            <a:pPr lvl="0" algn="r"/>
            <a:r>
              <a:rPr lang="en-US" sz="9600" dirty="0">
                <a:solidFill>
                  <a:schemeClr val="tx1"/>
                </a:solidFill>
                <a:effectLst/>
              </a:rPr>
              <a:t>”</a:t>
            </a:r>
          </a:p>
        </p:txBody>
      </p:sp>
      <p:cxnSp>
        <p:nvCxnSpPr>
          <p:cNvPr id="19" name="Straight Connector 18"/>
          <p:cNvCxnSpPr/>
          <p:nvPr/>
        </p:nvCxnSpPr>
        <p:spPr>
          <a:xfrm>
            <a:off x="1704622" y="9813805"/>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68833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569159" y="7842562"/>
            <a:ext cx="9064971" cy="3481600"/>
          </a:xfrm>
        </p:spPr>
        <p:txBody>
          <a:bodyPr anchor="b">
            <a:normAutofit/>
          </a:bodyPr>
          <a:lstStyle>
            <a:lvl1pPr algn="l">
              <a:defRPr sz="4267"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569158" y="11324162"/>
            <a:ext cx="9064973" cy="2039467"/>
          </a:xfrm>
        </p:spPr>
        <p:txBody>
          <a:bodyPr anchor="t">
            <a:normAutofit/>
          </a:bodyPr>
          <a:lstStyle>
            <a:lvl1pPr marL="0" indent="0" algn="l">
              <a:buNone/>
              <a:defRPr sz="2400">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221754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879222" y="2328017"/>
            <a:ext cx="8433557" cy="5318324"/>
          </a:xfrm>
        </p:spPr>
        <p:txBody>
          <a:bodyPr anchor="ctr">
            <a:normAutofit/>
          </a:bodyPr>
          <a:lstStyle>
            <a:lvl1pPr algn="ctr">
              <a:defRPr sz="4267" b="0" cap="none">
                <a:solidFill>
                  <a:schemeClr val="tx1"/>
                </a:solidFill>
              </a:defRPr>
            </a:lvl1pPr>
          </a:lstStyle>
          <a:p>
            <a:r>
              <a:rPr lang="es-ES" smtClean="0"/>
              <a:t>Haga clic para modificar el estilo de título del patrón</a:t>
            </a:r>
            <a:endParaRPr lang="en-US" dirty="0"/>
          </a:p>
        </p:txBody>
      </p:sp>
      <p:sp>
        <p:nvSpPr>
          <p:cNvPr id="16" name="Text Placeholder 2"/>
          <p:cNvSpPr>
            <a:spLocks noGrp="1"/>
          </p:cNvSpPr>
          <p:nvPr>
            <p:ph type="body" idx="13"/>
          </p:nvPr>
        </p:nvSpPr>
        <p:spPr>
          <a:xfrm>
            <a:off x="1569158" y="8626517"/>
            <a:ext cx="9064973" cy="2102443"/>
          </a:xfrm>
        </p:spPr>
        <p:txBody>
          <a:bodyPr anchor="b">
            <a:normAutofit/>
          </a:bodyPr>
          <a:lstStyle>
            <a:lvl1pPr marL="0" indent="0" algn="l">
              <a:spcBef>
                <a:spcPts val="0"/>
              </a:spcBef>
              <a:buNone/>
              <a:defRPr sz="2667">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3" name="Text Placeholder 2"/>
          <p:cNvSpPr>
            <a:spLocks noGrp="1"/>
          </p:cNvSpPr>
          <p:nvPr>
            <p:ph type="body" idx="1"/>
          </p:nvPr>
        </p:nvSpPr>
        <p:spPr>
          <a:xfrm>
            <a:off x="1569154" y="10736988"/>
            <a:ext cx="9064981" cy="3190993"/>
          </a:xfrm>
        </p:spPr>
        <p:txBody>
          <a:bodyPr anchor="t">
            <a:normAutofit/>
          </a:bodyPr>
          <a:lstStyle>
            <a:lvl1pPr marL="0" indent="0" algn="l">
              <a:buNone/>
              <a:defRPr sz="2133">
                <a:solidFill>
                  <a:schemeClr val="tx1"/>
                </a:solidFill>
              </a:defRPr>
            </a:lvl1pPr>
            <a:lvl2pPr marL="609585" indent="0">
              <a:buNone/>
              <a:defRPr sz="2133">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12" name="TextBox 11"/>
          <p:cNvSpPr txBox="1"/>
          <p:nvPr/>
        </p:nvSpPr>
        <p:spPr>
          <a:xfrm>
            <a:off x="1170747" y="2125973"/>
            <a:ext cx="609759" cy="1386136"/>
          </a:xfrm>
          <a:prstGeom prst="rect">
            <a:avLst/>
          </a:prstGeom>
        </p:spPr>
        <p:txBody>
          <a:bodyPr vert="horz" lIns="121920" tIns="60960" rIns="121920" bIns="60960" rtlCol="0" anchor="ctr">
            <a:noAutofit/>
          </a:bodyPr>
          <a:lstStyle/>
          <a:p>
            <a:pPr lvl="0"/>
            <a:r>
              <a:rPr lang="en-US" sz="10666" dirty="0">
                <a:solidFill>
                  <a:schemeClr val="tx1"/>
                </a:solidFill>
                <a:effectLst/>
              </a:rPr>
              <a:t>“</a:t>
            </a:r>
          </a:p>
        </p:txBody>
      </p:sp>
      <p:sp>
        <p:nvSpPr>
          <p:cNvPr id="13" name="TextBox 12"/>
          <p:cNvSpPr txBox="1"/>
          <p:nvPr/>
        </p:nvSpPr>
        <p:spPr>
          <a:xfrm>
            <a:off x="10199729" y="6181281"/>
            <a:ext cx="609759" cy="1386136"/>
          </a:xfrm>
          <a:prstGeom prst="rect">
            <a:avLst/>
          </a:prstGeom>
        </p:spPr>
        <p:txBody>
          <a:bodyPr vert="horz" lIns="121920" tIns="60960" rIns="121920" bIns="60960" rtlCol="0" anchor="ctr">
            <a:noAutofit/>
          </a:bodyPr>
          <a:lstStyle/>
          <a:p>
            <a:pPr lvl="0" algn="r"/>
            <a:r>
              <a:rPr lang="en-US" sz="10666" dirty="0">
                <a:solidFill>
                  <a:schemeClr val="tx1"/>
                </a:solidFill>
                <a:effectLst/>
              </a:rPr>
              <a:t>”</a:t>
            </a:r>
          </a:p>
        </p:txBody>
      </p:sp>
      <p:cxnSp>
        <p:nvCxnSpPr>
          <p:cNvPr id="26" name="Straight Connector 25"/>
          <p:cNvCxnSpPr/>
          <p:nvPr/>
        </p:nvCxnSpPr>
        <p:spPr>
          <a:xfrm>
            <a:off x="1704622" y="812800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91237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569153" y="2328015"/>
            <a:ext cx="9064979" cy="5438737"/>
          </a:xfrm>
        </p:spPr>
        <p:txBody>
          <a:bodyPr vert="horz" lIns="91440" tIns="45720" rIns="91440" bIns="45720" rtlCol="0" anchor="ctr">
            <a:normAutofit/>
          </a:bodyPr>
          <a:lstStyle>
            <a:lvl1pPr>
              <a:defRPr lang="en-US" sz="4267" b="0" dirty="0"/>
            </a:lvl1pPr>
          </a:lstStyle>
          <a:p>
            <a:pPr marL="0" lvl="0"/>
            <a:r>
              <a:rPr lang="es-ES" smtClean="0"/>
              <a:t>Haga clic para modificar el estilo de título del patrón</a:t>
            </a:r>
            <a:endParaRPr lang="en-US" dirty="0"/>
          </a:p>
        </p:txBody>
      </p:sp>
      <p:sp>
        <p:nvSpPr>
          <p:cNvPr id="17" name="Text Placeholder 2"/>
          <p:cNvSpPr>
            <a:spLocks noGrp="1"/>
          </p:cNvSpPr>
          <p:nvPr>
            <p:ph type="body" idx="13"/>
          </p:nvPr>
        </p:nvSpPr>
        <p:spPr>
          <a:xfrm>
            <a:off x="1569158" y="8453120"/>
            <a:ext cx="9064973" cy="2145792"/>
          </a:xfrm>
        </p:spPr>
        <p:txBody>
          <a:bodyPr anchor="b">
            <a:normAutofit/>
          </a:bodyPr>
          <a:lstStyle>
            <a:lvl1pPr marL="0" indent="0" algn="l">
              <a:spcBef>
                <a:spcPts val="0"/>
              </a:spcBef>
              <a:buNone/>
              <a:defRPr sz="2667">
                <a:solidFill>
                  <a:schemeClr val="tx1"/>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3" name="Text Placeholder 2"/>
          <p:cNvSpPr>
            <a:spLocks noGrp="1"/>
          </p:cNvSpPr>
          <p:nvPr>
            <p:ph type="body" idx="1"/>
          </p:nvPr>
        </p:nvSpPr>
        <p:spPr>
          <a:xfrm>
            <a:off x="1569155" y="10596505"/>
            <a:ext cx="9064979" cy="3331477"/>
          </a:xfrm>
        </p:spPr>
        <p:txBody>
          <a:bodyPr anchor="t">
            <a:normAutofit/>
          </a:bodyPr>
          <a:lstStyle>
            <a:lvl1pPr marL="0" indent="0" algn="l">
              <a:buNone/>
              <a:defRPr sz="2133">
                <a:solidFill>
                  <a:schemeClr val="tx1"/>
                </a:solidFill>
              </a:defRPr>
            </a:lvl1pPr>
            <a:lvl2pPr marL="609585" indent="0">
              <a:buNone/>
              <a:defRPr sz="2133">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15" name="Straight Connector 14"/>
          <p:cNvCxnSpPr/>
          <p:nvPr/>
        </p:nvCxnSpPr>
        <p:spPr>
          <a:xfrm>
            <a:off x="1704626" y="8128000"/>
            <a:ext cx="88085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40172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569154" y="5902544"/>
            <a:ext cx="9064981" cy="8025441"/>
          </a:xfrm>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14" name="Straight Connector 13"/>
          <p:cNvCxnSpPr/>
          <p:nvPr/>
        </p:nvCxnSpPr>
        <p:spPr>
          <a:xfrm>
            <a:off x="1704622" y="5581440"/>
            <a:ext cx="880856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2625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75556" y="2149626"/>
            <a:ext cx="2158573" cy="11778359"/>
          </a:xfrm>
        </p:spPr>
        <p:txBody>
          <a:bodyPr vert="eaVert"/>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569157" y="2149626"/>
            <a:ext cx="6554012" cy="11778354"/>
          </a:xfrm>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cxnSp>
        <p:nvCxnSpPr>
          <p:cNvPr id="14" name="Straight Connector 13"/>
          <p:cNvCxnSpPr/>
          <p:nvPr/>
        </p:nvCxnSpPr>
        <p:spPr>
          <a:xfrm>
            <a:off x="8327349" y="2149626"/>
            <a:ext cx="0" cy="11778354"/>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8954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1"/>
            <a:ext cx="12192000" cy="16256002"/>
            <a:chOff x="0" y="0"/>
            <a:chExt cx="9144000" cy="6858001"/>
          </a:xfrm>
        </p:grpSpPr>
        <p:pic>
          <p:nvPicPr>
            <p:cNvPr id="8" name="Picture 7" descr="S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39689"/>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rot="5400000">
              <a:off x="4221675" y="6211888"/>
              <a:ext cx="685800" cy="606425"/>
            </a:xfrm>
            <a:prstGeom prst="rect">
              <a:avLst/>
            </a:prstGeom>
          </p:spPr>
        </p:pic>
      </p:grpSp>
      <p:sp>
        <p:nvSpPr>
          <p:cNvPr id="2" name="Title Placeholder 1"/>
          <p:cNvSpPr>
            <a:spLocks noGrp="1"/>
          </p:cNvSpPr>
          <p:nvPr>
            <p:ph type="title"/>
          </p:nvPr>
        </p:nvSpPr>
        <p:spPr>
          <a:xfrm>
            <a:off x="1569155" y="2169689"/>
            <a:ext cx="9064979" cy="3090648"/>
          </a:xfrm>
          <a:prstGeom prst="rect">
            <a:avLst/>
          </a:prstGeom>
          <a:effectLst/>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569154" y="5902543"/>
            <a:ext cx="9064981" cy="8165919"/>
          </a:xfrm>
          <a:prstGeom prst="rect">
            <a:avLst/>
          </a:prstGeom>
        </p:spPr>
        <p:txBody>
          <a:bodyPr vert="horz" lIns="91440" tIns="45720" rIns="91440" bIns="45720" rtlCol="0" anchor="t">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8475561" y="14128671"/>
            <a:ext cx="1531044" cy="662281"/>
          </a:xfrm>
          <a:prstGeom prst="rect">
            <a:avLst/>
          </a:prstGeom>
        </p:spPr>
        <p:txBody>
          <a:bodyPr vert="horz" lIns="91440" tIns="45720" rIns="91440" bIns="45720" rtlCol="0" anchor="ctr"/>
          <a:lstStyle>
            <a:lvl1pPr algn="r">
              <a:defRPr sz="1333" b="0" i="0">
                <a:solidFill>
                  <a:schemeClr val="tx1"/>
                </a:solidFill>
                <a:effectLst/>
                <a:latin typeface="+mn-lt"/>
              </a:defRPr>
            </a:lvl1pPr>
          </a:lstStyle>
          <a:p>
            <a:fld id="{B61BEF0D-F0BB-DE4B-95CE-6DB70DBA9567}" type="datetimeFigureOut">
              <a:rPr lang="en-US" smtClean="0"/>
              <a:pPr/>
              <a:t>6/1/2023</a:t>
            </a:fld>
            <a:endParaRPr lang="en-US" dirty="0"/>
          </a:p>
        </p:txBody>
      </p:sp>
      <p:sp>
        <p:nvSpPr>
          <p:cNvPr id="5" name="Footer Placeholder 4"/>
          <p:cNvSpPr>
            <a:spLocks noGrp="1"/>
          </p:cNvSpPr>
          <p:nvPr>
            <p:ph type="ftr" sz="quarter" idx="3"/>
          </p:nvPr>
        </p:nvSpPr>
        <p:spPr>
          <a:xfrm>
            <a:off x="1569154" y="14128671"/>
            <a:ext cx="6806223" cy="662281"/>
          </a:xfrm>
          <a:prstGeom prst="rect">
            <a:avLst/>
          </a:prstGeom>
        </p:spPr>
        <p:txBody>
          <a:bodyPr vert="horz" lIns="91440" tIns="45720" rIns="91440" bIns="45720" rtlCol="0" anchor="ctr"/>
          <a:lstStyle>
            <a:lvl1pPr algn="l">
              <a:defRPr sz="1333"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106788" y="14128671"/>
            <a:ext cx="527347" cy="662281"/>
          </a:xfrm>
          <a:prstGeom prst="rect">
            <a:avLst/>
          </a:prstGeom>
        </p:spPr>
        <p:txBody>
          <a:bodyPr vert="horz" lIns="91440" tIns="45720" rIns="91440" bIns="45720" rtlCol="0" anchor="ctr"/>
          <a:lstStyle>
            <a:lvl1pPr algn="r">
              <a:defRPr sz="1333" b="0" i="0">
                <a:solidFill>
                  <a:schemeClr val="tx1"/>
                </a:solidFill>
                <a:effectLst/>
                <a:latin typeface="+mn-lt"/>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775876285"/>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 id="2147483723" r:id="rId17"/>
  </p:sldLayoutIdLst>
  <p:txStyles>
    <p:titleStyle>
      <a:lvl1pPr algn="ctr" defTabSz="609585" rtl="0" eaLnBrk="1" latinLnBrk="0" hangingPunct="1">
        <a:spcBef>
          <a:spcPct val="0"/>
        </a:spcBef>
        <a:buNone/>
        <a:defRPr sz="5333"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80990" indent="-380990" algn="l" defTabSz="609585" rtl="0" eaLnBrk="1" latinLnBrk="0" hangingPunct="1">
        <a:spcBef>
          <a:spcPct val="20000"/>
        </a:spcBef>
        <a:spcAft>
          <a:spcPts val="800"/>
        </a:spcAft>
        <a:buClr>
          <a:schemeClr val="accent1"/>
        </a:buClr>
        <a:buSzPct val="115000"/>
        <a:buFont typeface="Arial"/>
        <a:buChar char="•"/>
        <a:defRPr sz="3200" kern="1200" cap="none">
          <a:solidFill>
            <a:schemeClr val="tx1">
              <a:lumMod val="85000"/>
              <a:lumOff val="15000"/>
            </a:schemeClr>
          </a:solidFill>
          <a:effectLst/>
          <a:latin typeface="+mn-lt"/>
          <a:ea typeface="+mn-ea"/>
          <a:cs typeface="+mn-cs"/>
        </a:defRPr>
      </a:lvl1pPr>
      <a:lvl2pPr marL="990575" indent="-380990" algn="l" defTabSz="609585" rtl="0" eaLnBrk="1" latinLnBrk="0" hangingPunct="1">
        <a:spcBef>
          <a:spcPct val="20000"/>
        </a:spcBef>
        <a:spcAft>
          <a:spcPts val="800"/>
        </a:spcAft>
        <a:buClr>
          <a:schemeClr val="accent1"/>
        </a:buClr>
        <a:buSzPct val="115000"/>
        <a:buFont typeface="Arial"/>
        <a:buChar char="•"/>
        <a:defRPr sz="2667" kern="1200" cap="none">
          <a:solidFill>
            <a:schemeClr val="tx1">
              <a:lumMod val="85000"/>
              <a:lumOff val="15000"/>
            </a:schemeClr>
          </a:solidFill>
          <a:effectLst/>
          <a:latin typeface="+mn-lt"/>
          <a:ea typeface="+mn-ea"/>
          <a:cs typeface="+mn-cs"/>
        </a:defRPr>
      </a:lvl2pPr>
      <a:lvl3pPr marL="1600160" indent="-380990" algn="l" defTabSz="609585" rtl="0" eaLnBrk="1" latinLnBrk="0" hangingPunct="1">
        <a:spcBef>
          <a:spcPct val="20000"/>
        </a:spcBef>
        <a:spcAft>
          <a:spcPts val="8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3pPr>
      <a:lvl4pPr marL="2057349" indent="-228594" algn="l" defTabSz="609585" rtl="0" eaLnBrk="1" latinLnBrk="0" hangingPunct="1">
        <a:spcBef>
          <a:spcPct val="20000"/>
        </a:spcBef>
        <a:spcAft>
          <a:spcPts val="800"/>
        </a:spcAft>
        <a:buClr>
          <a:schemeClr val="accent1"/>
        </a:buClr>
        <a:buSzPct val="115000"/>
        <a:buFont typeface="Arial"/>
        <a:buChar char="•"/>
        <a:defRPr sz="2133" kern="1200" cap="none">
          <a:solidFill>
            <a:schemeClr val="tx1">
              <a:lumMod val="85000"/>
              <a:lumOff val="15000"/>
            </a:schemeClr>
          </a:solidFill>
          <a:effectLst/>
          <a:latin typeface="+mn-lt"/>
          <a:ea typeface="+mn-ea"/>
          <a:cs typeface="+mn-cs"/>
        </a:defRPr>
      </a:lvl4pPr>
      <a:lvl5pPr marL="2666933" indent="-228594" algn="l" defTabSz="609585" rtl="0" eaLnBrk="1" latinLnBrk="0" hangingPunct="1">
        <a:spcBef>
          <a:spcPct val="20000"/>
        </a:spcBef>
        <a:spcAft>
          <a:spcPts val="800"/>
        </a:spcAft>
        <a:buClr>
          <a:schemeClr val="accent1"/>
        </a:buClr>
        <a:buSzPct val="115000"/>
        <a:buFont typeface="Arial"/>
        <a:buChar char="•"/>
        <a:defRPr sz="1867" kern="1200" cap="none">
          <a:solidFill>
            <a:schemeClr val="tx1">
              <a:lumMod val="85000"/>
              <a:lumOff val="15000"/>
            </a:schemeClr>
          </a:solidFill>
          <a:effectLst/>
          <a:latin typeface="+mn-lt"/>
          <a:ea typeface="+mn-ea"/>
          <a:cs typeface="+mn-cs"/>
        </a:defRPr>
      </a:lvl5pPr>
      <a:lvl6pPr marL="3352716" indent="-304792" algn="l" defTabSz="609585" rtl="0" eaLnBrk="1" latinLnBrk="0" hangingPunct="1">
        <a:spcBef>
          <a:spcPct val="20000"/>
        </a:spcBef>
        <a:spcAft>
          <a:spcPts val="800"/>
        </a:spcAft>
        <a:buClr>
          <a:schemeClr val="accent1"/>
        </a:buClr>
        <a:buSzPct val="115000"/>
        <a:buFont typeface="Arial"/>
        <a:buChar char="•"/>
        <a:defRPr sz="1867" kern="1200" cap="none">
          <a:solidFill>
            <a:schemeClr val="tx1">
              <a:lumMod val="85000"/>
              <a:lumOff val="15000"/>
            </a:schemeClr>
          </a:solidFill>
          <a:effectLst/>
          <a:latin typeface="+mn-lt"/>
          <a:ea typeface="+mn-ea"/>
          <a:cs typeface="+mn-cs"/>
        </a:defRPr>
      </a:lvl6pPr>
      <a:lvl7pPr marL="3962301" indent="-304792" algn="l" defTabSz="609585" rtl="0" eaLnBrk="1" latinLnBrk="0" hangingPunct="1">
        <a:spcBef>
          <a:spcPct val="20000"/>
        </a:spcBef>
        <a:spcAft>
          <a:spcPts val="800"/>
        </a:spcAft>
        <a:buClr>
          <a:schemeClr val="accent1"/>
        </a:buClr>
        <a:buSzPct val="115000"/>
        <a:buFont typeface="Arial"/>
        <a:buChar char="•"/>
        <a:defRPr sz="1867" kern="1200" cap="none">
          <a:solidFill>
            <a:schemeClr val="tx1">
              <a:lumMod val="85000"/>
              <a:lumOff val="15000"/>
            </a:schemeClr>
          </a:solidFill>
          <a:effectLst/>
          <a:latin typeface="+mn-lt"/>
          <a:ea typeface="+mn-ea"/>
          <a:cs typeface="+mn-cs"/>
        </a:defRPr>
      </a:lvl7pPr>
      <a:lvl8pPr marL="4571886" indent="-304792" algn="l" defTabSz="609585" rtl="0" eaLnBrk="1" latinLnBrk="0" hangingPunct="1">
        <a:spcBef>
          <a:spcPct val="20000"/>
        </a:spcBef>
        <a:spcAft>
          <a:spcPts val="800"/>
        </a:spcAft>
        <a:buClr>
          <a:schemeClr val="accent1"/>
        </a:buClr>
        <a:buSzPct val="115000"/>
        <a:buFont typeface="Arial"/>
        <a:buChar char="•"/>
        <a:defRPr sz="1867" kern="1200" cap="none">
          <a:solidFill>
            <a:schemeClr val="tx1">
              <a:lumMod val="85000"/>
              <a:lumOff val="15000"/>
            </a:schemeClr>
          </a:solidFill>
          <a:effectLst/>
          <a:latin typeface="+mn-lt"/>
          <a:ea typeface="+mn-ea"/>
          <a:cs typeface="+mn-cs"/>
        </a:defRPr>
      </a:lvl8pPr>
      <a:lvl9pPr marL="5181470" indent="-304792" algn="l" defTabSz="609585" rtl="0" eaLnBrk="1" latinLnBrk="0" hangingPunct="1">
        <a:spcBef>
          <a:spcPct val="20000"/>
        </a:spcBef>
        <a:spcAft>
          <a:spcPts val="800"/>
        </a:spcAft>
        <a:buClr>
          <a:schemeClr val="accent1"/>
        </a:buClr>
        <a:buSzPct val="115000"/>
        <a:buFont typeface="Arial"/>
        <a:buChar char="•"/>
        <a:defRPr sz="1867" kern="1200" cap="none">
          <a:solidFill>
            <a:schemeClr val="tx1">
              <a:lumMod val="85000"/>
              <a:lumOff val="15000"/>
            </a:schemeClr>
          </a:solidFill>
          <a:effectLst/>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1082040" y="1662014"/>
            <a:ext cx="10027920" cy="13480613"/>
          </a:xfrm>
          <a:prstGeom prst="rect">
            <a:avLst/>
          </a:prstGeom>
        </p:spPr>
        <p:txBody>
          <a:bodyPr wrap="square">
            <a:spAutoFit/>
          </a:bodyPr>
          <a:lstStyle/>
          <a:p>
            <a:r>
              <a:rPr lang="es-MX" sz="3000" b="1" dirty="0">
                <a:latin typeface="Calibri" panose="020F0502020204030204" pitchFamily="34" charset="0"/>
                <a:cs typeface="Arial" panose="020B0604020202020204" pitchFamily="34" charset="0"/>
              </a:rPr>
              <a:t>Ciudad Universitaria, </a:t>
            </a:r>
            <a:r>
              <a:rPr lang="es-MX" sz="3000" b="1" dirty="0" err="1">
                <a:latin typeface="Calibri" panose="020F0502020204030204" pitchFamily="34" charset="0"/>
                <a:cs typeface="Arial" panose="020B0604020202020204" pitchFamily="34" charset="0"/>
              </a:rPr>
              <a:t>CdMx</a:t>
            </a:r>
            <a:r>
              <a:rPr lang="es-MX" sz="3000" b="1" dirty="0">
                <a:latin typeface="Calibri" panose="020F0502020204030204" pitchFamily="34" charset="0"/>
                <a:cs typeface="Arial" panose="020B0604020202020204" pitchFamily="34" charset="0"/>
              </a:rPr>
              <a:t>., abril de 2023.</a:t>
            </a:r>
            <a:endParaRPr lang="es-MX" sz="3000" dirty="0">
              <a:latin typeface="Calibri" panose="020F0502020204030204" pitchFamily="34" charset="0"/>
              <a:cs typeface="Arial" panose="020B0604020202020204" pitchFamily="34" charset="0"/>
            </a:endParaRPr>
          </a:p>
          <a:p>
            <a:r>
              <a:rPr lang="es-MX" sz="3000" dirty="0">
                <a:latin typeface="Calibri" panose="020F0502020204030204" pitchFamily="34" charset="0"/>
                <a:cs typeface="Arial" panose="020B0604020202020204" pitchFamily="34" charset="0"/>
              </a:rPr>
              <a:t> </a:t>
            </a:r>
          </a:p>
          <a:p>
            <a:pPr algn="just"/>
            <a:r>
              <a:rPr lang="es-MX" sz="3000" dirty="0">
                <a:latin typeface="Calibri" panose="020F0502020204030204" pitchFamily="34" charset="0"/>
                <a:cs typeface="Arial" panose="020B0604020202020204" pitchFamily="34" charset="0"/>
              </a:rPr>
              <a:t>En la Ética para Nicómaco, Aristóteles resaltaba lo virtuoso que era quien prodigaba sus riquezas para que los otros, sus amigos, tuvieran más. Esa virtud de preferir el bien común por encima del propio da, a quien la tiene, la categoría de ser una persona buena y noble. </a:t>
            </a:r>
          </a:p>
          <a:p>
            <a:pPr algn="just"/>
            <a:r>
              <a:rPr lang="es-MX" sz="3000" dirty="0">
                <a:latin typeface="Calibri" panose="020F0502020204030204" pitchFamily="34" charset="0"/>
                <a:cs typeface="Arial" panose="020B0604020202020204" pitchFamily="34" charset="0"/>
              </a:rPr>
              <a:t>Escribo estas líneas en reconocimiento a la Sociedad de Egresados de la Facultad de Contaduría y Administración (SEFCA), mujeres y hombres que prodigan su riqueza en favor de los amigos –los alumnos y alumnas de la Facultad- y que eso los hace seres humanos buenos y virtuosos. Hoy, agradezco la labor de cada uno de los integrantes de esta Sociedad que no sólo comparten un poco de lo que su Alma Máter les ayudó a lograr con su formación profesional, sino que, con su labor diaria, ponen muy en alto el nombre de esta, su Facultad de Contaduría y Administración.</a:t>
            </a:r>
          </a:p>
          <a:p>
            <a:pPr algn="just"/>
            <a:r>
              <a:rPr lang="es-MX" sz="3000" dirty="0">
                <a:latin typeface="Calibri" panose="020F0502020204030204" pitchFamily="34" charset="0"/>
                <a:cs typeface="Arial" panose="020B0604020202020204" pitchFamily="34" charset="0"/>
              </a:rPr>
              <a:t>Son ya treinta años de ser activos partícipes de las mejores causas que se pueden enarbolar: la formación profesional de quienes ponen sus esperanzas de vida en su profesión; treinta años de participar activamente en la vida de la Facultad con formas muy variadas; treinta años de fomentar el orgullo de pertenencia; treinta años de ser parte fundamental de la Comunidad FCA.</a:t>
            </a:r>
          </a:p>
          <a:p>
            <a:r>
              <a:rPr lang="es-MX" sz="3000" dirty="0">
                <a:latin typeface="Calibri" panose="020F0502020204030204" pitchFamily="34" charset="0"/>
                <a:cs typeface="Arial" panose="020B0604020202020204" pitchFamily="34" charset="0"/>
              </a:rPr>
              <a:t> </a:t>
            </a:r>
          </a:p>
          <a:p>
            <a:r>
              <a:rPr lang="es-MX" sz="3000" b="1" dirty="0">
                <a:latin typeface="Calibri" panose="020F0502020204030204" pitchFamily="34" charset="0"/>
                <a:cs typeface="Arial" panose="020B0604020202020204" pitchFamily="34" charset="0"/>
              </a:rPr>
              <a:t>Enhorabuena </a:t>
            </a:r>
            <a:endParaRPr lang="es-MX" sz="3000" dirty="0">
              <a:latin typeface="Calibri" panose="020F0502020204030204" pitchFamily="34" charset="0"/>
              <a:cs typeface="Arial" panose="020B0604020202020204" pitchFamily="34" charset="0"/>
            </a:endParaRPr>
          </a:p>
          <a:p>
            <a:r>
              <a:rPr lang="es-MX" sz="3000" b="1" dirty="0">
                <a:latin typeface="Calibri" panose="020F0502020204030204" pitchFamily="34" charset="0"/>
                <a:cs typeface="Arial" panose="020B0604020202020204" pitchFamily="34" charset="0"/>
              </a:rPr>
              <a:t>“Por mi Raza hablará el Espíritu” </a:t>
            </a:r>
            <a:endParaRPr lang="es-MX" sz="3000" dirty="0">
              <a:latin typeface="Calibri" panose="020F0502020204030204" pitchFamily="34" charset="0"/>
              <a:cs typeface="Arial" panose="020B0604020202020204" pitchFamily="34" charset="0"/>
            </a:endParaRPr>
          </a:p>
          <a:p>
            <a:r>
              <a:rPr lang="es-MX" sz="3000" b="1" dirty="0">
                <a:latin typeface="Calibri" panose="020F0502020204030204" pitchFamily="34" charset="0"/>
                <a:cs typeface="Arial" panose="020B0604020202020204" pitchFamily="34" charset="0"/>
              </a:rPr>
              <a:t>Mtro. Tomás Humberto Rubio Pérez </a:t>
            </a:r>
            <a:endParaRPr lang="es-MX" sz="3000" dirty="0">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8342478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docProps/app.xml><?xml version="1.0" encoding="utf-8"?>
<Properties xmlns="http://schemas.openxmlformats.org/officeDocument/2006/extended-properties" xmlns:vt="http://schemas.openxmlformats.org/officeDocument/2006/docPropsVTypes">
  <Template>Organic</Template>
  <TotalTime>9</TotalTime>
  <Words>9</Words>
  <Application>Microsoft Office PowerPoint</Application>
  <PresentationFormat>Personalizado</PresentationFormat>
  <Paragraphs>9</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Arial</vt:lpstr>
      <vt:lpstr>Calibri</vt:lpstr>
      <vt:lpstr>Garamond</vt:lpstr>
      <vt:lpstr>Orgánico</vt:lpstr>
      <vt:lpstr>Presentación de PowerPoint</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usuario</cp:lastModifiedBy>
  <cp:revision>3</cp:revision>
  <dcterms:created xsi:type="dcterms:W3CDTF">2023-06-01T19:16:00Z</dcterms:created>
  <dcterms:modified xsi:type="dcterms:W3CDTF">2023-06-01T19:25:36Z</dcterms:modified>
</cp:coreProperties>
</file>